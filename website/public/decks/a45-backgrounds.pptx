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, layout background">
    <p:bg>
      <p:bgPr>
        <a:solidFill>
          <a:schemeClr val="accent6">
            <a:tint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2">
        <a:schemeClr val="accent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a45 - bgRef idx=2, which is fillStyleLst[1]: a gradient</a:t>
            </a:r>
          </a:p>
        </p:txBody>
      </p:sp>
      <p:sp>
        <p:nvSpPr>
          <p:cNvPr id="10" name="noFill - the background shows through"/>
          <p:cNvSpPr/>
          <p:nvPr/>
        </p:nvSpPr>
        <p:spPr>
          <a:xfrm>
            <a:off x="502920" y="1234440"/>
            <a:ext cx="3667760" cy="249936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noFill - the background shows through</a:t>
            </a:r>
          </a:p>
        </p:txBody>
      </p:sp>
      <p:sp>
        <p:nvSpPr>
          <p:cNvPr id="11" name="bg1"/>
          <p:cNvSpPr/>
          <p:nvPr/>
        </p:nvSpPr>
        <p:spPr>
          <a:xfrm>
            <a:off x="4262120" y="1234440"/>
            <a:ext cx="3667760" cy="2499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bg1</a:t>
            </a:r>
          </a:p>
        </p:txBody>
      </p:sp>
      <p:sp>
        <p:nvSpPr>
          <p:cNvPr id="12" name="near black"/>
          <p:cNvSpPr/>
          <p:nvPr/>
        </p:nvSpPr>
        <p:spPr>
          <a:xfrm>
            <a:off x="8021320" y="1234440"/>
            <a:ext cx="3667760" cy="2499360"/>
          </a:xfrm>
          <a:prstGeom prst="rect">
            <a:avLst/>
          </a:prstGeom>
          <a:solidFill>
            <a:srgbClr val="1F1F1F"/>
          </a:solidFill>
          <a:ln w="1270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near black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accent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a45 - bgRef idx=1002, which is bgFillStyleLst[1]: a solid tint</a:t>
            </a:r>
          </a:p>
        </p:txBody>
      </p:sp>
      <p:sp>
        <p:nvSpPr>
          <p:cNvPr id="20" name="noFill - the background shows through"/>
          <p:cNvSpPr/>
          <p:nvPr/>
        </p:nvSpPr>
        <p:spPr>
          <a:xfrm>
            <a:off x="502920" y="1234440"/>
            <a:ext cx="3667760" cy="249936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noFill - the background shows through</a:t>
            </a:r>
          </a:p>
        </p:txBody>
      </p:sp>
      <p:sp>
        <p:nvSpPr>
          <p:cNvPr id="21" name="bg1"/>
          <p:cNvSpPr/>
          <p:nvPr/>
        </p:nvSpPr>
        <p:spPr>
          <a:xfrm>
            <a:off x="4262120" y="1234440"/>
            <a:ext cx="3667760" cy="2499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bg1</a:t>
            </a:r>
          </a:p>
        </p:txBody>
      </p:sp>
      <p:sp>
        <p:nvSpPr>
          <p:cNvPr id="22" name="near black"/>
          <p:cNvSpPr/>
          <p:nvPr/>
        </p:nvSpPr>
        <p:spPr>
          <a:xfrm>
            <a:off x="8021320" y="1234440"/>
            <a:ext cx="3667760" cy="2499360"/>
          </a:xfrm>
          <a:prstGeom prst="rect">
            <a:avLst/>
          </a:prstGeom>
          <a:solidFill>
            <a:srgbClr val="1F1F1F"/>
          </a:solidFill>
          <a:ln w="1270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near black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C0392B"/>
            </a:gs>
            <a:gs pos="50000">
              <a:srgbClr val="F1C40F"/>
            </a:gs>
            <a:gs pos="100000">
              <a:srgbClr val="27AE60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a45 - bgPr, a background that owes the theme nothing</a:t>
            </a:r>
          </a:p>
        </p:txBody>
      </p:sp>
      <p:sp>
        <p:nvSpPr>
          <p:cNvPr id="30" name="noFill - the background shows through"/>
          <p:cNvSpPr/>
          <p:nvPr/>
        </p:nvSpPr>
        <p:spPr>
          <a:xfrm>
            <a:off x="502920" y="1234440"/>
            <a:ext cx="3667760" cy="249936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noFill - the background shows through</a:t>
            </a:r>
          </a:p>
        </p:txBody>
      </p:sp>
      <p:sp>
        <p:nvSpPr>
          <p:cNvPr id="31" name="bg1"/>
          <p:cNvSpPr/>
          <p:nvPr/>
        </p:nvSpPr>
        <p:spPr>
          <a:xfrm>
            <a:off x="4262120" y="1234440"/>
            <a:ext cx="3667760" cy="2499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bg1</a:t>
            </a:r>
          </a:p>
        </p:txBody>
      </p:sp>
      <p:sp>
        <p:nvSpPr>
          <p:cNvPr id="32" name="near black"/>
          <p:cNvSpPr/>
          <p:nvPr/>
        </p:nvSpPr>
        <p:spPr>
          <a:xfrm>
            <a:off x="8021320" y="1234440"/>
            <a:ext cx="3667760" cy="2499360"/>
          </a:xfrm>
          <a:prstGeom prst="rect">
            <a:avLst/>
          </a:prstGeom>
          <a:solidFill>
            <a:srgbClr val="1F1F1F"/>
          </a:solidFill>
          <a:ln w="1270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near black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a45 - no p:bg at all: the layout supplies one</a:t>
            </a:r>
          </a:p>
        </p:txBody>
      </p:sp>
      <p:sp>
        <p:nvSpPr>
          <p:cNvPr id="40" name="noFill - the background shows through"/>
          <p:cNvSpPr/>
          <p:nvPr/>
        </p:nvSpPr>
        <p:spPr>
          <a:xfrm>
            <a:off x="502920" y="1234440"/>
            <a:ext cx="3667760" cy="249936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noFill - the background shows through</a:t>
            </a:r>
          </a:p>
        </p:txBody>
      </p:sp>
      <p:sp>
        <p:nvSpPr>
          <p:cNvPr id="41" name="bg1"/>
          <p:cNvSpPr/>
          <p:nvPr/>
        </p:nvSpPr>
        <p:spPr>
          <a:xfrm>
            <a:off x="4262120" y="1234440"/>
            <a:ext cx="3667760" cy="2499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bg1</a:t>
            </a:r>
          </a:p>
        </p:txBody>
      </p:sp>
      <p:sp>
        <p:nvSpPr>
          <p:cNvPr id="42" name="near black"/>
          <p:cNvSpPr/>
          <p:nvPr/>
        </p:nvSpPr>
        <p:spPr>
          <a:xfrm>
            <a:off x="8021320" y="1234440"/>
            <a:ext cx="3667760" cy="2499360"/>
          </a:xfrm>
          <a:prstGeom prst="rect">
            <a:avLst/>
          </a:prstGeom>
          <a:solidFill>
            <a:srgbClr val="1F1F1F"/>
          </a:solidFill>
          <a:ln w="12700">
            <a:solidFill>
              <a:schemeClr val="tx1"/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near black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4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a45 backgrounds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