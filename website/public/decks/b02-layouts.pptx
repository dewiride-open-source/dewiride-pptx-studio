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231B5-4416-4F6E-5B25-27A349104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AC829-409E-3913-DBDE-E98E6F0CA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BA272A-16C2-6DE2-F984-FD6609953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A4F94-DF88-8E0C-C2EF-341BB9CC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CE2A0-D66C-5B07-309E-03D677634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538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9C8C3-4EF8-151B-FED1-EC6EC4271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2D34A6-34BC-E094-3E05-F8E891F28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2B034-FB8D-E6E5-AE12-4DEAEA720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55240-97A2-4B13-C43B-7FB84D88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E3D8F-B471-02B8-AA10-DF7451766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830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E3804-5874-8807-7A4B-3BB5C5A52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664538-59C1-076C-ABD7-DB93CDAAC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E68A69-6BF9-5FE7-359D-180DE1EAA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BA45D-095D-734B-9067-5F61649E0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23B2-78DC-41B6-6A6C-22F6950C9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00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2B5C2-1C03-C364-9DCC-69F9E548C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2B05-DE65-440C-D884-76B93E7FED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76633D-2D6E-A0A6-0697-7C1FA1B48D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B0748B-7CC5-40F4-E6C4-1FFC2D3CE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C6CD17-51E6-A274-01C1-222DE8649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AC886-4AC6-6337-2661-AF30C060A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402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01EA-654F-48EF-B191-07FE6A43E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320F30-A26D-9232-8328-25D80973F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5A3FEC-71FE-1AA4-AEE1-C05F22C2E6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062272-BEF6-5F85-952E-CBCD264974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05D866-E9A0-9C25-FFE3-6940EB485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ECB5EC-0BA0-C71C-1934-9EAF41D4E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5361EA-0210-63E3-D4D7-5175C9ADD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83095C-05DF-4AC8-12D2-BC8275B4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233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48DD-1D45-8FB8-D5D8-B905F8A97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9EA24-1C7D-45D1-B3B8-BF5CF466B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3535A5-1F32-FEA7-0504-769388E92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E9473F-90CA-70F9-355D-F49DAE98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2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8C0A8D-D29C-A6E4-FA3E-D6A28789A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6ACF39-66E1-5075-C0A7-3B38ED569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D4075-41EB-F230-F7CB-A46B7DC45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47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19825-BB7F-6BB3-280C-44AC0A605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4F303-5F61-590F-F0BF-6270299E8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849D6-F4A5-86C9-E461-8C17253BCA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847D9A-735D-2EA9-6AD7-915EEF51C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83F6-0215-C492-FC85-D0397364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FDE87-76A4-2223-9C8C-B6FB3D688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61BD9-CDB4-26AD-6045-1AA53B631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78A33A-DCE5-0774-BA2A-9E6B909C3D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B2BB05-5451-8921-75FF-D6776992F6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144F4-2401-96CA-D062-8C2AA75B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3D811-04C3-1A81-AB6A-EA5107CC2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38F039-8CAE-4874-AFE3-78E8C99E1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948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0AD95-5BD6-A8C8-87F5-D89E4B74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9A0D12-740C-EAFA-9E86-AF2A5F085D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AC7BBB-E73B-F814-5374-22D1E0C40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3F1759-658A-87D9-1A8D-A28E8416B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99E58-3767-0EF0-8149-CDF4B7349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8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56212F-630D-228E-C853-31F056895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A4EE0B-9536-6EC7-5440-E0C45A4D21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9EBB6-41F6-AB00-34EE-EEF30D93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C480F-BA94-5761-EBA6-6BF9CEF60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BDAD8-E7F5-1850-C839-6DF39A3E1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90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079BF8-50F7-1519-05B2-B5E450EB2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A3606B-177A-7C6B-83C5-A5B92FE9B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8AAC-16C1-5ECE-0047-E594734C5B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DF297-A324-4E0C-8BFE-1D85C7FDF0A7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C9169-2E5A-0A4A-B810-901E305701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DA7BB4-177D-C5A3-E982-D6E29466D2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7A3639-079D-4302-BE76-5A801B26C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1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BB53-8D66-95EA-D492-1404088E85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1. Title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5434B8-3487-FF28-AE97-CD17F6D7ED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idx 1, type 4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835011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8BFA-1580-8C87-1E32-06D709051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Title and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99157-4611-C920-3836-5C53A3572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226886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054C2-D8BC-29FF-D3CC-0C2DC9ADD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Section Header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90A7D3-1FAF-0836-0DE2-89C3605C91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idx 1, type 2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554273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68D97-7B55-F059-60B9-8C1FFA729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4. Two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F3A74-69B2-9DF0-B3EA-AC96B96F4D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94DED7-5EDA-E394-CAAC-140223BA97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790451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795F0-503F-F21D-7280-566DD682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5. Comparison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2C7B7-2AE0-7E59-006D-D4414DFCC1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idx 1, type 2</a:t>
            </a:r>
          </a:p>
          <a:p>
            <a:r>
              <a:rPr lang="en-US"/>
              <a:t>Placed by PowerPoint, not by us.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D1724B-AE1A-5861-563B-CADAE63FA21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E73A4-37B4-EA40-3201-D69318F16D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idx 1, type 2</a:t>
            </a:r>
          </a:p>
          <a:p>
            <a:r>
              <a:rPr lang="en-US"/>
              <a:t>Placed by PowerPoint, not by us.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3EE35E-EB69-7402-FED3-C5C05F52052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064952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17E15-50FA-24E8-2FEF-CA91672E3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6. Title Only</a:t>
            </a:r>
          </a:p>
        </p:txBody>
      </p:sp>
    </p:spTree>
    <p:extLst>
      <p:ext uri="{BB962C8B-B14F-4D97-AF65-F5344CB8AC3E}">
        <p14:creationId xmlns:p14="http://schemas.microsoft.com/office/powerpoint/2010/main" val="397333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2481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92ED3-D160-9669-C4D5-9B107FCFF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8. Content with Caption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36860-7677-972C-7146-06FDD95C36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idx 1, type 7</a:t>
            </a:r>
          </a:p>
          <a:p>
            <a:r>
              <a:rPr lang="en-US"/>
              <a:t>Placed by PowerPoint, not by us.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50429E-276E-3D07-999B-C23BB7FB7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idx 1, type 2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39753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AF35E-8866-5424-159D-09DB380D4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9. Picture with Caption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6EF193-3C2A-B0B2-4AA9-F23FDC000C30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2E550E-8983-8B24-F167-1F63D93811C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/>
              <a:t>idx 1, type 2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86382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8B2F3-7854-8ADD-7B09-40815E78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10. Title and Vertical Text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5ED43D-B58F-E613-1408-8318142E83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/>
              <a:t>idx 1, type 6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3989087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4379A-735B-1A10-00AD-1607220E1F35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r>
              <a:rPr lang="en-US"/>
              <a:t>11. Vertical Title and Text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98B542-D675-9C13-DC97-D465DD183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r>
              <a:rPr lang="en-US"/>
              <a:t>idx 1, type 6</a:t>
            </a:r>
          </a:p>
          <a:p>
            <a:r>
              <a:rPr lang="en-US"/>
              <a:t>Placed by PowerPoint, not by us.</a:t>
            </a:r>
          </a:p>
        </p:txBody>
      </p:sp>
    </p:spTree>
    <p:extLst>
      <p:ext uri="{BB962C8B-B14F-4D97-AF65-F5344CB8AC3E}">
        <p14:creationId xmlns:p14="http://schemas.microsoft.com/office/powerpoint/2010/main" val="276705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</Words>
  <Application>Microsoft Office PowerPoint</Application>
  <PresentationFormat>Widescreen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1. Title Slide</vt:lpstr>
      <vt:lpstr>2. Title and Content</vt:lpstr>
      <vt:lpstr>3. Section Header</vt:lpstr>
      <vt:lpstr>4. Two Content</vt:lpstr>
      <vt:lpstr>5. Comparison</vt:lpstr>
      <vt:lpstr>6. Title Only</vt:lpstr>
      <vt:lpstr>PowerPoint Presentation</vt:lpstr>
      <vt:lpstr>8. Content with Caption</vt:lpstr>
      <vt:lpstr>9. Picture with Caption</vt:lpstr>
      <vt:lpstr>10. Title and Vertical Text</vt:lpstr>
      <vt:lpstr>11. Vertical Title and Text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2026-08-28T10:41:22Z</dcterms:created>
  <dcterms:modified xsi:type="dcterms:W3CDTF">2026-08-28T10:41:22Z</dcterms:modified>
</cp:coreProperties>
</file>