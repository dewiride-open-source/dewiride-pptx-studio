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3" r:id="rId3"/>
  </p:sldMasterIdLst>
  <p:sldIdLst>
    <p:sldId id="256" r:id="rId4"/>
    <p:sldId id="257" r:id="rId5"/>
    <p:sldId id="258" r:id="rId6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ol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ol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Inverted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Warm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a12 — master 1, identity map</a:t>
            </a:r>
          </a:p>
        </p:txBody>
      </p:sp>
      <p:sp>
        <p:nvSpPr>
          <p:cNvPr id="10" name="accent1"/>
          <p:cNvSpPr/>
          <p:nvPr/>
        </p:nvSpPr>
        <p:spPr>
          <a:xfrm>
            <a:off x="502920" y="1234440"/>
            <a:ext cx="2727960" cy="2499360"/>
          </a:xfrm>
          <a:prstGeom prst="rect">
            <a:avLst/>
          </a:prstGeom>
          <a:solidFill>
            <a:schemeClr val="accent1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accent1</a:t>
            </a:r>
          </a:p>
        </p:txBody>
      </p:sp>
      <p:sp>
        <p:nvSpPr>
          <p:cNvPr id="11" name="accent2"/>
          <p:cNvSpPr/>
          <p:nvPr/>
        </p:nvSpPr>
        <p:spPr>
          <a:xfrm>
            <a:off x="3322320" y="1234440"/>
            <a:ext cx="2727960" cy="2499360"/>
          </a:xfrm>
          <a:prstGeom prst="rect">
            <a:avLst/>
          </a:prstGeom>
          <a:solidFill>
            <a:schemeClr val="accent2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accent2</a:t>
            </a:r>
          </a:p>
        </p:txBody>
      </p:sp>
      <p:sp>
        <p:nvSpPr>
          <p:cNvPr id="12" name="accent3"/>
          <p:cNvSpPr/>
          <p:nvPr/>
        </p:nvSpPr>
        <p:spPr>
          <a:xfrm>
            <a:off x="6141720" y="1234440"/>
            <a:ext cx="2727960" cy="2499360"/>
          </a:xfrm>
          <a:prstGeom prst="rect">
            <a:avLst/>
          </a:prstGeom>
          <a:solidFill>
            <a:schemeClr val="accent3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accent3</a:t>
            </a:r>
          </a:p>
        </p:txBody>
      </p:sp>
      <p:sp>
        <p:nvSpPr>
          <p:cNvPr id="13" name="accent4"/>
          <p:cNvSpPr/>
          <p:nvPr/>
        </p:nvSpPr>
        <p:spPr>
          <a:xfrm>
            <a:off x="8961120" y="1234440"/>
            <a:ext cx="2727960" cy="2499360"/>
          </a:xfrm>
          <a:prstGeom prst="rect">
            <a:avLst/>
          </a:prstGeom>
          <a:solidFill>
            <a:schemeClr val="accent4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accent4</a:t>
            </a:r>
          </a:p>
        </p:txBody>
      </p:sp>
      <p:sp>
        <p:nvSpPr>
          <p:cNvPr id="14" name="accent5"/>
          <p:cNvSpPr/>
          <p:nvPr/>
        </p:nvSpPr>
        <p:spPr>
          <a:xfrm>
            <a:off x="502920" y="3825240"/>
            <a:ext cx="2727960" cy="2499360"/>
          </a:xfrm>
          <a:prstGeom prst="rect">
            <a:avLst/>
          </a:prstGeom>
          <a:solidFill>
            <a:schemeClr val="accent5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accent5</a:t>
            </a:r>
          </a:p>
        </p:txBody>
      </p:sp>
      <p:sp>
        <p:nvSpPr>
          <p:cNvPr id="15" name="accent6"/>
          <p:cNvSpPr/>
          <p:nvPr/>
        </p:nvSpPr>
        <p:spPr>
          <a:xfrm>
            <a:off x="3322320" y="3825240"/>
            <a:ext cx="2727960" cy="2499360"/>
          </a:xfrm>
          <a:prstGeom prst="rect">
            <a:avLst/>
          </a:prstGeom>
          <a:solidFill>
            <a:schemeClr val="accent6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accent6</a:t>
            </a:r>
          </a:p>
        </p:txBody>
      </p:sp>
      <p:sp>
        <p:nvSpPr>
          <p:cNvPr id="16" name="bg1"/>
          <p:cNvSpPr/>
          <p:nvPr/>
        </p:nvSpPr>
        <p:spPr>
          <a:xfrm>
            <a:off x="6141720" y="3825240"/>
            <a:ext cx="2727960" cy="2499360"/>
          </a:xfrm>
          <a:prstGeom prst="rect">
            <a:avLst/>
          </a:prstGeom>
          <a:solidFill>
            <a:schemeClr val="bg1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bg1</a:t>
            </a:r>
          </a:p>
        </p:txBody>
      </p:sp>
      <p:sp>
        <p:nvSpPr>
          <p:cNvPr id="17" name="tx1"/>
          <p:cNvSpPr/>
          <p:nvPr/>
        </p:nvSpPr>
        <p:spPr>
          <a:xfrm>
            <a:off x="8961120" y="3825240"/>
            <a:ext cx="2727960" cy="2499360"/>
          </a:xfrm>
          <a:prstGeom prst="rect">
            <a:avLst/>
          </a:prstGeom>
          <a:solidFill>
            <a:schemeClr val="tx1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tx1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a12 — master 2, inverted map, same theme</a:t>
            </a:r>
          </a:p>
        </p:txBody>
      </p:sp>
      <p:sp>
        <p:nvSpPr>
          <p:cNvPr id="10" name="accent1"/>
          <p:cNvSpPr/>
          <p:nvPr/>
        </p:nvSpPr>
        <p:spPr>
          <a:xfrm>
            <a:off x="502920" y="1234440"/>
            <a:ext cx="2727960" cy="2499360"/>
          </a:xfrm>
          <a:prstGeom prst="rect">
            <a:avLst/>
          </a:prstGeom>
          <a:solidFill>
            <a:schemeClr val="accent1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accent1</a:t>
            </a:r>
          </a:p>
        </p:txBody>
      </p:sp>
      <p:sp>
        <p:nvSpPr>
          <p:cNvPr id="11" name="accent2"/>
          <p:cNvSpPr/>
          <p:nvPr/>
        </p:nvSpPr>
        <p:spPr>
          <a:xfrm>
            <a:off x="3322320" y="1234440"/>
            <a:ext cx="2727960" cy="2499360"/>
          </a:xfrm>
          <a:prstGeom prst="rect">
            <a:avLst/>
          </a:prstGeom>
          <a:solidFill>
            <a:schemeClr val="accent2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accent2</a:t>
            </a:r>
          </a:p>
        </p:txBody>
      </p:sp>
      <p:sp>
        <p:nvSpPr>
          <p:cNvPr id="12" name="accent3"/>
          <p:cNvSpPr/>
          <p:nvPr/>
        </p:nvSpPr>
        <p:spPr>
          <a:xfrm>
            <a:off x="6141720" y="1234440"/>
            <a:ext cx="2727960" cy="2499360"/>
          </a:xfrm>
          <a:prstGeom prst="rect">
            <a:avLst/>
          </a:prstGeom>
          <a:solidFill>
            <a:schemeClr val="accent3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accent3</a:t>
            </a:r>
          </a:p>
        </p:txBody>
      </p:sp>
      <p:sp>
        <p:nvSpPr>
          <p:cNvPr id="13" name="accent4"/>
          <p:cNvSpPr/>
          <p:nvPr/>
        </p:nvSpPr>
        <p:spPr>
          <a:xfrm>
            <a:off x="8961120" y="1234440"/>
            <a:ext cx="2727960" cy="2499360"/>
          </a:xfrm>
          <a:prstGeom prst="rect">
            <a:avLst/>
          </a:prstGeom>
          <a:solidFill>
            <a:schemeClr val="accent4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accent4</a:t>
            </a:r>
          </a:p>
        </p:txBody>
      </p:sp>
      <p:sp>
        <p:nvSpPr>
          <p:cNvPr id="14" name="accent5"/>
          <p:cNvSpPr/>
          <p:nvPr/>
        </p:nvSpPr>
        <p:spPr>
          <a:xfrm>
            <a:off x="502920" y="3825240"/>
            <a:ext cx="2727960" cy="2499360"/>
          </a:xfrm>
          <a:prstGeom prst="rect">
            <a:avLst/>
          </a:prstGeom>
          <a:solidFill>
            <a:schemeClr val="accent5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accent5</a:t>
            </a:r>
          </a:p>
        </p:txBody>
      </p:sp>
      <p:sp>
        <p:nvSpPr>
          <p:cNvPr id="15" name="accent6"/>
          <p:cNvSpPr/>
          <p:nvPr/>
        </p:nvSpPr>
        <p:spPr>
          <a:xfrm>
            <a:off x="3322320" y="3825240"/>
            <a:ext cx="2727960" cy="2499360"/>
          </a:xfrm>
          <a:prstGeom prst="rect">
            <a:avLst/>
          </a:prstGeom>
          <a:solidFill>
            <a:schemeClr val="accent6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accent6</a:t>
            </a:r>
          </a:p>
        </p:txBody>
      </p:sp>
      <p:sp>
        <p:nvSpPr>
          <p:cNvPr id="16" name="bg1"/>
          <p:cNvSpPr/>
          <p:nvPr/>
        </p:nvSpPr>
        <p:spPr>
          <a:xfrm>
            <a:off x="6141720" y="3825240"/>
            <a:ext cx="2727960" cy="2499360"/>
          </a:xfrm>
          <a:prstGeom prst="rect">
            <a:avLst/>
          </a:prstGeom>
          <a:solidFill>
            <a:schemeClr val="bg1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bg1</a:t>
            </a:r>
          </a:p>
        </p:txBody>
      </p:sp>
      <p:sp>
        <p:nvSpPr>
          <p:cNvPr id="17" name="tx1"/>
          <p:cNvSpPr/>
          <p:nvPr/>
        </p:nvSpPr>
        <p:spPr>
          <a:xfrm>
            <a:off x="8961120" y="3825240"/>
            <a:ext cx="2727960" cy="2499360"/>
          </a:xfrm>
          <a:prstGeom prst="rect">
            <a:avLst/>
          </a:prstGeom>
          <a:solidFill>
            <a:schemeClr val="tx1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tx1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a12 — master 3, warm theme, and an override on the slide</a:t>
            </a:r>
          </a:p>
        </p:txBody>
      </p:sp>
      <p:sp>
        <p:nvSpPr>
          <p:cNvPr id="10" name="accent1"/>
          <p:cNvSpPr/>
          <p:nvPr/>
        </p:nvSpPr>
        <p:spPr>
          <a:xfrm>
            <a:off x="502920" y="1234440"/>
            <a:ext cx="2727960" cy="2499360"/>
          </a:xfrm>
          <a:prstGeom prst="rect">
            <a:avLst/>
          </a:prstGeom>
          <a:solidFill>
            <a:schemeClr val="accent1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accent1</a:t>
            </a:r>
          </a:p>
        </p:txBody>
      </p:sp>
      <p:sp>
        <p:nvSpPr>
          <p:cNvPr id="11" name="accent2"/>
          <p:cNvSpPr/>
          <p:nvPr/>
        </p:nvSpPr>
        <p:spPr>
          <a:xfrm>
            <a:off x="3322320" y="1234440"/>
            <a:ext cx="2727960" cy="2499360"/>
          </a:xfrm>
          <a:prstGeom prst="rect">
            <a:avLst/>
          </a:prstGeom>
          <a:solidFill>
            <a:schemeClr val="accent2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accent2</a:t>
            </a:r>
          </a:p>
        </p:txBody>
      </p:sp>
      <p:sp>
        <p:nvSpPr>
          <p:cNvPr id="12" name="accent3"/>
          <p:cNvSpPr/>
          <p:nvPr/>
        </p:nvSpPr>
        <p:spPr>
          <a:xfrm>
            <a:off x="6141720" y="1234440"/>
            <a:ext cx="2727960" cy="2499360"/>
          </a:xfrm>
          <a:prstGeom prst="rect">
            <a:avLst/>
          </a:prstGeom>
          <a:solidFill>
            <a:schemeClr val="accent3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accent3</a:t>
            </a:r>
          </a:p>
        </p:txBody>
      </p:sp>
      <p:sp>
        <p:nvSpPr>
          <p:cNvPr id="13" name="accent4"/>
          <p:cNvSpPr/>
          <p:nvPr/>
        </p:nvSpPr>
        <p:spPr>
          <a:xfrm>
            <a:off x="8961120" y="1234440"/>
            <a:ext cx="2727960" cy="2499360"/>
          </a:xfrm>
          <a:prstGeom prst="rect">
            <a:avLst/>
          </a:prstGeom>
          <a:solidFill>
            <a:schemeClr val="accent4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accent4</a:t>
            </a:r>
          </a:p>
        </p:txBody>
      </p:sp>
      <p:sp>
        <p:nvSpPr>
          <p:cNvPr id="14" name="accent5"/>
          <p:cNvSpPr/>
          <p:nvPr/>
        </p:nvSpPr>
        <p:spPr>
          <a:xfrm>
            <a:off x="502920" y="3825240"/>
            <a:ext cx="2727960" cy="2499360"/>
          </a:xfrm>
          <a:prstGeom prst="rect">
            <a:avLst/>
          </a:prstGeom>
          <a:solidFill>
            <a:schemeClr val="accent5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accent5</a:t>
            </a:r>
          </a:p>
        </p:txBody>
      </p:sp>
      <p:sp>
        <p:nvSpPr>
          <p:cNvPr id="15" name="accent6"/>
          <p:cNvSpPr/>
          <p:nvPr/>
        </p:nvSpPr>
        <p:spPr>
          <a:xfrm>
            <a:off x="3322320" y="3825240"/>
            <a:ext cx="2727960" cy="2499360"/>
          </a:xfrm>
          <a:prstGeom prst="rect">
            <a:avLst/>
          </a:prstGeom>
          <a:solidFill>
            <a:schemeClr val="accent6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accent6</a:t>
            </a:r>
          </a:p>
        </p:txBody>
      </p:sp>
      <p:sp>
        <p:nvSpPr>
          <p:cNvPr id="16" name="bg1"/>
          <p:cNvSpPr/>
          <p:nvPr/>
        </p:nvSpPr>
        <p:spPr>
          <a:xfrm>
            <a:off x="6141720" y="3825240"/>
            <a:ext cx="2727960" cy="2499360"/>
          </a:xfrm>
          <a:prstGeom prst="rect">
            <a:avLst/>
          </a:prstGeom>
          <a:solidFill>
            <a:schemeClr val="bg1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bg1</a:t>
            </a:r>
          </a:p>
        </p:txBody>
      </p:sp>
      <p:sp>
        <p:nvSpPr>
          <p:cNvPr id="17" name="tx1"/>
          <p:cNvSpPr/>
          <p:nvPr/>
        </p:nvSpPr>
        <p:spPr>
          <a:xfrm>
            <a:off x="8961120" y="3825240"/>
            <a:ext cx="2727960" cy="2499360"/>
          </a:xfrm>
          <a:prstGeom prst="rect">
            <a:avLst/>
          </a:prstGeom>
          <a:solidFill>
            <a:schemeClr val="tx1"/>
          </a:solid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tx1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ppt/theme/theme2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ppt/theme/theme3.xml><?xml version="1.0" encoding="utf-8"?>
<a:theme xmlns:a="http://schemas.openxmlformats.org/drawingml/2006/main" name="PPTX Studio Corpus Warm">
  <a:themeElements>
    <a:clrScheme name="PPTX Studio Corpus Warm">
      <a:dk1>
        <a:sysClr val="windowText" lastClr="000000"/>
      </a:dk1>
      <a:lt1>
        <a:sysClr val="window" lastClr="FFFFFF"/>
      </a:lt1>
      <a:dk2>
        <a:srgbClr val="5B3A29"/>
      </a:dk2>
      <a:lt2>
        <a:srgbClr val="FBF3E4"/>
      </a:lt2>
      <a:accent1>
        <a:srgbClr val="C0392B"/>
      </a:accent1>
      <a:accent2>
        <a:srgbClr val="E67E22"/>
      </a:accent2>
      <a:accent3>
        <a:srgbClr val="F1C40F"/>
      </a:accent3>
      <a:accent4>
        <a:srgbClr val="8E6E53"/>
      </a:accent4>
      <a:accent5>
        <a:srgbClr val="A93226"/>
      </a:accent5>
      <a:accent6>
        <a:srgbClr val="D68910"/>
      </a:accent6>
      <a:hlink>
        <a:srgbClr val="B9770E"/>
      </a:hlink>
      <a:folHlink>
        <a:srgbClr val="7E5109"/>
      </a:folHlink>
    </a:clrScheme>
    <a:fontScheme name="PPTX Studio Corpus Warm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 War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a12 masters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