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marL="0" indent="0">
        <a:defRPr sz="2400" kern="1200">
          <a:solidFill>
            <a:schemeClr val="tx1"/>
          </a:solidFill>
          <a:latin typeface="+mj-lt"/>
        </a:defRPr>
      </a:lvl1pPr>
    </p:titleStyle>
    <p:body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bodyStyle>
    <p:otherStyle>
      <a:lvl1pPr marL="0" indent="0">
        <a:defRPr sz="1800" kern="1200">
          <a:solidFill>
            <a:schemeClr val="tx1"/>
          </a:solidFill>
          <a:latin typeface="+mn-lt"/>
        </a:defRPr>
      </a:lvl1pPr>
      <a:lvl2pPr marL="342900" indent="-342900">
        <a:defRPr sz="1600" kern="1200">
          <a:solidFill>
            <a:schemeClr val="tx1"/>
          </a:solidFill>
          <a:latin typeface="+mn-lt"/>
        </a:defRPr>
      </a:lvl2pPr>
      <a:lvl3pPr marL="685800" indent="-342900">
        <a:defRPr sz="1400" kern="1200">
          <a:solidFill>
            <a:schemeClr val="tx1"/>
          </a:solidFill>
          <a:latin typeface="+mn-lt"/>
        </a:defRPr>
      </a:lvl3pPr>
      <a:lvl4pPr marL="1028700" indent="-342900">
        <a:defRPr sz="1200" kern="1200">
          <a:solidFill>
            <a:schemeClr val="tx1"/>
          </a:solidFill>
          <a:latin typeface="+mn-lt"/>
        </a:defRPr>
      </a:lvl4pPr>
      <a:lvl5pPr marL="1371600" indent="-342900">
        <a:defRPr sz="1200" kern="1200">
          <a:solidFill>
            <a:schemeClr val="tx1"/>
          </a:solidFill>
          <a:latin typeface="+mn-lt"/>
        </a:defRPr>
      </a:lvl5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a03 — solid and gradient fills</a:t>
            </a:r>
          </a:p>
        </p:txBody>
      </p:sp>
      <p:sp>
        <p:nvSpPr>
          <p:cNvPr id="10" name="noFill"/>
          <p:cNvSpPr/>
          <p:nvPr/>
        </p:nvSpPr>
        <p:spPr>
          <a:xfrm>
            <a:off x="502920" y="1234440"/>
            <a:ext cx="1788160" cy="1635760"/>
          </a:xfrm>
          <a:prstGeom prst="rect">
            <a:avLst/>
          </a:prstGeom>
          <a:noFill/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noFill</a:t>
            </a:r>
          </a:p>
        </p:txBody>
      </p:sp>
      <p:sp>
        <p:nvSpPr>
          <p:cNvPr id="11" name="srgbClr"/>
          <p:cNvSpPr/>
          <p:nvPr/>
        </p:nvSpPr>
        <p:spPr>
          <a:xfrm>
            <a:off x="2382520" y="1234440"/>
            <a:ext cx="1788160" cy="1635760"/>
          </a:xfrm>
          <a:prstGeom prst="rect">
            <a:avLst/>
          </a:prstGeom>
          <a:solidFill>
            <a:srgbClr val="4472C4"/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srgbClr</a:t>
            </a:r>
          </a:p>
        </p:txBody>
      </p:sp>
      <p:sp>
        <p:nvSpPr>
          <p:cNvPr id="12" name="schemeClr lumMod lumOff"/>
          <p:cNvSpPr/>
          <p:nvPr/>
        </p:nvSpPr>
        <p:spPr>
          <a:xfrm>
            <a:off x="4262120" y="1234440"/>
            <a:ext cx="1788160" cy="163576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schemeClr lumMod lumOff</a:t>
            </a:r>
          </a:p>
        </p:txBody>
      </p:sp>
      <p:sp>
        <p:nvSpPr>
          <p:cNvPr id="13" name="sysClr"/>
          <p:cNvSpPr/>
          <p:nvPr/>
        </p:nvSpPr>
        <p:spPr>
          <a:xfrm>
            <a:off x="6141720" y="1234440"/>
            <a:ext cx="1788160" cy="1635760"/>
          </a:xfrm>
          <a:prstGeom prst="rect">
            <a:avLst/>
          </a:prstGeom>
          <a:solidFill>
            <a:sysClr val="windowText" lastClr="000000"/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sysClr</a:t>
            </a:r>
          </a:p>
        </p:txBody>
      </p:sp>
      <p:sp>
        <p:nvSpPr>
          <p:cNvPr id="14" name="prstClr"/>
          <p:cNvSpPr/>
          <p:nvPr/>
        </p:nvSpPr>
        <p:spPr>
          <a:xfrm>
            <a:off x="8021320" y="1234440"/>
            <a:ext cx="1788160" cy="1635760"/>
          </a:xfrm>
          <a:prstGeom prst="rect">
            <a:avLst/>
          </a:prstGeom>
          <a:solidFill>
            <a:prstClr val="dkSlateBlue"/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prstClr</a:t>
            </a:r>
          </a:p>
        </p:txBody>
      </p:sp>
      <p:sp>
        <p:nvSpPr>
          <p:cNvPr id="15" name="scrgbClr"/>
          <p:cNvSpPr/>
          <p:nvPr/>
        </p:nvSpPr>
        <p:spPr>
          <a:xfrm>
            <a:off x="9900920" y="1234440"/>
            <a:ext cx="1788160" cy="1635760"/>
          </a:xfrm>
          <a:prstGeom prst="rect">
            <a:avLst/>
          </a:prstGeom>
          <a:solidFill>
            <a:scrgbClr r="20000" g="60000" b="80000"/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scrgbClr</a:t>
            </a:r>
          </a:p>
        </p:txBody>
      </p:sp>
      <p:sp>
        <p:nvSpPr>
          <p:cNvPr id="16" name="hslClr"/>
          <p:cNvSpPr/>
          <p:nvPr/>
        </p:nvSpPr>
        <p:spPr>
          <a:xfrm>
            <a:off x="502920" y="2961640"/>
            <a:ext cx="1788160" cy="1635760"/>
          </a:xfrm>
          <a:prstGeom prst="rect">
            <a:avLst/>
          </a:prstGeom>
          <a:solidFill>
            <a:hslClr hue="14400000" sat="80000" lum="50000"/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hslClr</a:t>
            </a:r>
          </a:p>
        </p:txBody>
      </p:sp>
      <p:sp>
        <p:nvSpPr>
          <p:cNvPr id="17" name="srgbClr alpha"/>
          <p:cNvSpPr/>
          <p:nvPr/>
        </p:nvSpPr>
        <p:spPr>
          <a:xfrm>
            <a:off x="2382520" y="2961640"/>
            <a:ext cx="1788160" cy="1635760"/>
          </a:xfrm>
          <a:prstGeom prst="rect">
            <a:avLst/>
          </a:prstGeom>
          <a:solidFill>
            <a:srgbClr val="C0392B">
              <a:alpha val="45000"/>
            </a:srgbClr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srgbClr alpha</a:t>
            </a:r>
          </a:p>
        </p:txBody>
      </p:sp>
      <p:sp>
        <p:nvSpPr>
          <p:cNvPr id="18" name="schemeClr tint"/>
          <p:cNvSpPr/>
          <p:nvPr/>
        </p:nvSpPr>
        <p:spPr>
          <a:xfrm>
            <a:off x="4262120" y="2961640"/>
            <a:ext cx="1788160" cy="1635760"/>
          </a:xfrm>
          <a:prstGeom prst="rect">
            <a:avLst/>
          </a:prstGeom>
          <a:solidFill>
            <a:schemeClr val="accent4">
              <a:tint val="40000"/>
            </a:schemeClr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schemeClr tint</a:t>
            </a:r>
          </a:p>
        </p:txBody>
      </p:sp>
      <p:sp>
        <p:nvSpPr>
          <p:cNvPr id="19" name="schemeClr shade satMod"/>
          <p:cNvSpPr/>
          <p:nvPr/>
        </p:nvSpPr>
        <p:spPr>
          <a:xfrm>
            <a:off x="6141720" y="2961640"/>
            <a:ext cx="1788160" cy="1635760"/>
          </a:xfrm>
          <a:prstGeom prst="rect">
            <a:avLst/>
          </a:prstGeom>
          <a:solidFill>
            <a:schemeClr val="accent6">
              <a:shade val="60000"/>
              <a:satMod val="140000"/>
            </a:schemeClr>
          </a:soli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schemeClr shade satMod</a:t>
            </a:r>
          </a:p>
        </p:txBody>
      </p:sp>
      <p:sp>
        <p:nvSpPr>
          <p:cNvPr id="20" name="gradFill lin scaled=0"/>
          <p:cNvSpPr/>
          <p:nvPr/>
        </p:nvSpPr>
        <p:spPr>
          <a:xfrm>
            <a:off x="8021320" y="2961640"/>
            <a:ext cx="1788160" cy="1635760"/>
          </a:xfrm>
          <a:prstGeom prst="rect">
            <a:avLst/>
          </a:prstGeom>
          <a:gradFill flip="none">
            <a:gsLst>
              <a:gs pos="0">
                <a:schemeClr val="accent1">
                  <a:tint val="70000"/>
                </a:schemeClr>
              </a:gs>
              <a:gs pos="100000">
                <a:schemeClr val="accent1">
                  <a:shade val="60000"/>
                </a:schemeClr>
              </a:gs>
            </a:gsLst>
            <a:lin ang="0" scaled="0"/>
          </a:gra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gradFill lin scaled=0</a:t>
            </a:r>
          </a:p>
        </p:txBody>
      </p:sp>
      <p:sp>
        <p:nvSpPr>
          <p:cNvPr id="21" name="gradFill lin scaled=1"/>
          <p:cNvSpPr/>
          <p:nvPr/>
        </p:nvSpPr>
        <p:spPr>
          <a:xfrm>
            <a:off x="9900920" y="2961640"/>
            <a:ext cx="1788160" cy="1635760"/>
          </a:xfrm>
          <a:prstGeom prst="rect">
            <a:avLst/>
          </a:prstGeom>
          <a:gradFill rotWithShape="1">
            <a:gsLst>
              <a:gs pos="0">
                <a:schemeClr val="accent1">
                  <a:tint val="70000"/>
                </a:schemeClr>
              </a:gs>
              <a:gs pos="100000">
                <a:schemeClr val="accent1">
                  <a:shade val="60000"/>
                </a:schemeClr>
              </a:gs>
            </a:gsLst>
            <a:lin ang="2700000" scaled="1"/>
          </a:gra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gradFill lin scaled=1</a:t>
            </a:r>
          </a:p>
        </p:txBody>
      </p:sp>
      <p:sp>
        <p:nvSpPr>
          <p:cNvPr id="22" name="gradFill three stops"/>
          <p:cNvSpPr/>
          <p:nvPr/>
        </p:nvSpPr>
        <p:spPr>
          <a:xfrm>
            <a:off x="502920" y="4688840"/>
            <a:ext cx="1788160" cy="1635760"/>
          </a:xfrm>
          <a:prstGeom prst="rect">
            <a:avLst/>
          </a:prstGeom>
          <a:gradFill>
            <a:gsLst>
              <a:gs pos="0">
                <a:srgbClr val="C0392B"/>
              </a:gs>
              <a:gs pos="50000">
                <a:srgbClr val="F1C40F"/>
              </a:gs>
              <a:gs pos="100000">
                <a:srgbClr val="27AE60"/>
              </a:gs>
            </a:gsLst>
            <a:lin ang="5400000" scaled="0"/>
          </a:gra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gradFill three stops</a:t>
            </a:r>
          </a:p>
        </p:txBody>
      </p:sp>
      <p:sp>
        <p:nvSpPr>
          <p:cNvPr id="23" name="gradFill path circle"/>
          <p:cNvSpPr/>
          <p:nvPr/>
        </p:nvSpPr>
        <p:spPr>
          <a:xfrm>
            <a:off x="2382520" y="4688840"/>
            <a:ext cx="1788160" cy="1635760"/>
          </a:xfrm>
          <a:prstGeom prst="rect">
            <a:avLst/>
          </a:prstGeom>
          <a:gradFill>
            <a:gsLst>
              <a:gs pos="0">
                <a:schemeClr val="accent1">
                  <a:tint val="70000"/>
                </a:schemeClr>
              </a:gs>
              <a:gs pos="100000">
                <a:schemeClr val="accent1">
                  <a:shade val="60000"/>
                </a:schemeClr>
              </a:gs>
            </a:gsLst>
            <a:path path="circle">
              <a:fillToRect l="50000" t="50000" r="50000" b="50000"/>
            </a:path>
          </a:gra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gradFill path circle</a:t>
            </a:r>
          </a:p>
        </p:txBody>
      </p:sp>
      <p:sp>
        <p:nvSpPr>
          <p:cNvPr id="24" name="gradFill path rect"/>
          <p:cNvSpPr/>
          <p:nvPr/>
        </p:nvSpPr>
        <p:spPr>
          <a:xfrm>
            <a:off x="4262120" y="4688840"/>
            <a:ext cx="1788160" cy="1635760"/>
          </a:xfrm>
          <a:prstGeom prst="rect">
            <a:avLst/>
          </a:prstGeom>
          <a:gradFill>
            <a:gsLst>
              <a:gs pos="0">
                <a:schemeClr val="accent1">
                  <a:tint val="70000"/>
                </a:schemeClr>
              </a:gs>
              <a:gs pos="100000">
                <a:schemeClr val="accent1">
                  <a:shade val="60000"/>
                </a:schemeClr>
              </a:gs>
            </a:gsLst>
            <a:path path="rect">
              <a:fillToRect l="100000" t="100000"/>
            </a:path>
          </a:gra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gradFill path rect</a:t>
            </a:r>
          </a:p>
        </p:txBody>
      </p:sp>
      <p:sp>
        <p:nvSpPr>
          <p:cNvPr id="25" name="gradFill path shape"/>
          <p:cNvSpPr/>
          <p:nvPr/>
        </p:nvSpPr>
        <p:spPr>
          <a:xfrm>
            <a:off x="6141720" y="4688840"/>
            <a:ext cx="1788160" cy="1635760"/>
          </a:xfrm>
          <a:prstGeom prst="rect">
            <a:avLst/>
          </a:prstGeom>
          <a:gradFill>
            <a:gsLst>
              <a:gs pos="0">
                <a:schemeClr val="accent1">
                  <a:tint val="70000"/>
                </a:schemeClr>
              </a:gs>
              <a:gs pos="100000">
                <a:schemeClr val="accent1">
                  <a:shade val="60000"/>
                </a:scheme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gradFill path shape</a:t>
            </a:r>
          </a:p>
        </p:txBody>
      </p:sp>
      <p:sp>
        <p:nvSpPr>
          <p:cNvPr id="26" name="gradFill tileRect flip"/>
          <p:cNvSpPr/>
          <p:nvPr/>
        </p:nvSpPr>
        <p:spPr>
          <a:xfrm>
            <a:off x="8021320" y="4688840"/>
            <a:ext cx="1788160" cy="1635760"/>
          </a:xfrm>
          <a:prstGeom prst="rect">
            <a:avLst/>
          </a:prstGeom>
          <a:gradFill flip="xy" rotWithShape="0">
            <a:gsLst>
              <a:gs pos="0">
                <a:schemeClr val="accent1">
                  <a:tint val="70000"/>
                </a:schemeClr>
              </a:gs>
              <a:gs pos="100000">
                <a:schemeClr val="accent1">
                  <a:shade val="60000"/>
                </a:schemeClr>
              </a:gs>
            </a:gsLst>
            <a:lin ang="1800000" scaled="0"/>
            <a:tileRect r="-50000" b="-50000"/>
          </a:grad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gradFill tileRect flip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a03 — picture fills, and a:grpFill inside a group</a:t>
            </a:r>
          </a:p>
        </p:txBody>
      </p:sp>
      <p:sp>
        <p:nvSpPr>
          <p:cNvPr id="40" name="blipFill stretch"/>
          <p:cNvSpPr/>
          <p:nvPr/>
        </p:nvSpPr>
        <p:spPr>
          <a:xfrm>
            <a:off x="502920" y="1234440"/>
            <a:ext cx="2727960" cy="163576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blipFill stretch</a:t>
            </a:r>
          </a:p>
        </p:txBody>
      </p:sp>
      <p:sp>
        <p:nvSpPr>
          <p:cNvPr id="41" name="blipFill srcRect crop"/>
          <p:cNvSpPr/>
          <p:nvPr/>
        </p:nvSpPr>
        <p:spPr>
          <a:xfrm>
            <a:off x="3322320" y="1234440"/>
            <a:ext cx="2727960" cy="1635760"/>
          </a:xfrm>
          <a:prstGeom prst="rect">
            <a:avLst/>
          </a:prstGeom>
          <a:blipFill>
            <a:blip r:embed="rId2"/>
            <a:srcRect l="25000" t="25000" r="12500" b="12500"/>
            <a:stretch>
              <a:fillRect/>
            </a:stretch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blipFill srcRect crop</a:t>
            </a:r>
          </a:p>
        </p:txBody>
      </p:sp>
      <p:sp>
        <p:nvSpPr>
          <p:cNvPr id="42" name="blipFill stretch fillRect"/>
          <p:cNvSpPr/>
          <p:nvPr/>
        </p:nvSpPr>
        <p:spPr>
          <a:xfrm>
            <a:off x="6141720" y="1234440"/>
            <a:ext cx="2727960" cy="1635760"/>
          </a:xfrm>
          <a:prstGeom prst="rect">
            <a:avLst/>
          </a:prstGeom>
          <a:blipFill>
            <a:blip r:embed="rId2"/>
            <a:stretch>
              <a:fillRect l="10000" t="10000" r="10000" b="10000"/>
            </a:stretch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blipFill stretch fillRect</a:t>
            </a:r>
          </a:p>
        </p:txBody>
      </p:sp>
      <p:sp>
        <p:nvSpPr>
          <p:cNvPr id="43" name="blipFill tile flip"/>
          <p:cNvSpPr/>
          <p:nvPr/>
        </p:nvSpPr>
        <p:spPr>
          <a:xfrm>
            <a:off x="8961120" y="1234440"/>
            <a:ext cx="2727960" cy="1635760"/>
          </a:xfrm>
          <a:prstGeom prst="rect">
            <a:avLst/>
          </a:prstGeom>
          <a:blipFill dpi="0" rotWithShape="1">
            <a:blip r:embed="rId2"/>
            <a:tile tx="0" ty="0" sx="40000" sy="40000" flip="xy" algn="tl"/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blipFill tile flip</a:t>
            </a:r>
          </a:p>
        </p:txBody>
      </p:sp>
      <p:sp>
        <p:nvSpPr>
          <p:cNvPr id="44" name="blip duotone"/>
          <p:cNvSpPr/>
          <p:nvPr/>
        </p:nvSpPr>
        <p:spPr>
          <a:xfrm>
            <a:off x="502920" y="2961640"/>
            <a:ext cx="2727960" cy="1635760"/>
          </a:xfrm>
          <a:prstGeom prst="rect">
            <a:avLst/>
          </a:prstGeom>
          <a:blipFill>
            <a:blip r:embed="rId2">
              <a:duotone>
                <a:prstClr val="black"/>
                <a:srgbClr val="FFC000"/>
              </a:duotone>
            </a:blip>
            <a:stretch>
              <a:fillRect/>
            </a:stretch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 duotone</a:t>
            </a:r>
          </a:p>
        </p:txBody>
      </p:sp>
      <p:sp>
        <p:nvSpPr>
          <p:cNvPr id="45" name="blip grayscl alphaModFix"/>
          <p:cNvSpPr/>
          <p:nvPr/>
        </p:nvSpPr>
        <p:spPr>
          <a:xfrm>
            <a:off x="3322320" y="2961640"/>
            <a:ext cx="2727960" cy="1635760"/>
          </a:xfrm>
          <a:prstGeom prst="rect">
            <a:avLst/>
          </a:prstGeom>
          <a:blipFill>
            <a:blip r:embed="rId2">
              <a:grayscl/>
              <a:alphaModFix amt="60000"/>
            </a:blip>
            <a:stretch>
              <a:fillRect/>
            </a:stretch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 grayscl alphaModFix</a:t>
            </a:r>
          </a:p>
        </p:txBody>
      </p:sp>
      <p:sp>
        <p:nvSpPr>
          <p:cNvPr id="46" name="blip clrChange"/>
          <p:cNvSpPr/>
          <p:nvPr/>
        </p:nvSpPr>
        <p:spPr>
          <a:xfrm>
            <a:off x="6141720" y="2961640"/>
            <a:ext cx="2727960" cy="1635760"/>
          </a:xfrm>
          <a:prstGeom prst="rect">
            <a:avLst/>
          </a:prstGeom>
          <a:blipFill>
            <a:blip r:embed="rId2">
              <a:clrChange useA="1">
                <a:clrFrom>
                  <a:srgbClr val="F1C40F"/>
                </a:clrFrom>
                <a:clrTo>
                  <a:srgbClr val="F1C40F">
                    <a:alpha val="0"/>
                  </a:srgbClr>
                </a:clrTo>
              </a:clrChange>
            </a:blip>
            <a:stretch>
              <a:fillRect/>
            </a:stretch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 clrChange</a:t>
            </a:r>
          </a:p>
        </p:txBody>
      </p:sp>
      <p:sp>
        <p:nvSpPr>
          <p:cNvPr id="47" name="blip biLevel lum"/>
          <p:cNvSpPr/>
          <p:nvPr/>
        </p:nvSpPr>
        <p:spPr>
          <a:xfrm>
            <a:off x="8961120" y="2961640"/>
            <a:ext cx="2727960" cy="1635760"/>
          </a:xfrm>
          <a:prstGeom prst="rect">
            <a:avLst/>
          </a:prstGeom>
          <a:blipFill>
            <a:blip r:embed="rId2">
              <a:lum bright="20000" contrast="-40000"/>
              <a:biLevel thresh="45000"/>
            </a:blip>
            <a:stretch>
              <a:fillRect/>
            </a:stretch>
          </a:blipFill>
          <a:ln w="6350">
            <a:solidFill>
              <a:schemeClr val="tx1">
                <a:alpha val="4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blip biLevel lum</a:t>
            </a:r>
          </a:p>
        </p:txBody>
      </p:sp>
      <p:grpSp>
        <p:nvGrpSpPr>
          <p:cNvPr id="51" name="Group with a gradient fill"/>
          <p:cNvGrpSpPr/>
          <p:nvPr/>
        </p:nvGrpSpPr>
        <p:grpSpPr>
          <a:xfrm>
            <a:off x="502920" y="4688840"/>
            <a:ext cx="4400000" cy="1600000"/>
            <a:chOff x="502920" y="4688840"/>
            <a:chExt cx="4400000" cy="1600000"/>
          </a:xfrm>
          <a:gradFill rotWithShape="1">
            <a:gsLst>
              <a:gs pos="0">
                <a:schemeClr val="accent5">
                  <a:tint val="60000"/>
                </a:schemeClr>
              </a:gs>
              <a:gs pos="100000">
                <a:schemeClr val="accent1">
                  <a:shade val="70000"/>
                </a:schemeClr>
              </a:gs>
            </a:gsLst>
            <a:lin ang="0" scaled="0"/>
          </a:gradFill>
        </p:grpSpPr>
        <p:sp>
          <p:nvSpPr>
            <p:cNvPr id="48" name="grpFill child 1"/>
            <p:cNvSpPr/>
            <p:nvPr/>
          </p:nvSpPr>
          <p:spPr>
            <a:xfrm>
              <a:off x="502920" y="4888840"/>
              <a:ext cx="1200000" cy="1000000"/>
            </a:xfrm>
            <a:prstGeom prst="ellipse">
              <a:avLst/>
            </a:prstGeom>
            <a:grpFill/>
            <a:ln w="6350">
              <a:solidFill>
                <a:schemeClr val="tx1">
                  <a:alpha val="40000"/>
                </a:schemeClr>
              </a:solidFill>
            </a:ln>
          </p:spPr>
          <p:txBody>
            <a:bodyPr wrap="square" lIns="18288" tIns="9144" rIns="18288" bIns="9144" anchor="b"/>
            <a:lstStyle/>
            <a:p>
              <a:pPr algn="ctr"/>
              <a:r>
                <a:rPr lang="en-GB" sz="700" dirty="0"/>
                <a:t>grpFill child 1</a:t>
              </a:r>
            </a:p>
          </p:txBody>
        </p:sp>
        <p:sp>
          <p:nvSpPr>
            <p:cNvPr id="49" name="grpFill child 2"/>
            <p:cNvSpPr/>
            <p:nvPr/>
          </p:nvSpPr>
          <p:spPr>
            <a:xfrm>
              <a:off x="1969586" y="4888840"/>
              <a:ext cx="1200000" cy="1000000"/>
            </a:xfrm>
            <a:prstGeom prst="roundRect">
              <a:avLst/>
            </a:prstGeom>
            <a:grpFill/>
            <a:ln w="6350">
              <a:solidFill>
                <a:schemeClr val="tx1">
                  <a:alpha val="40000"/>
                </a:schemeClr>
              </a:solidFill>
            </a:ln>
          </p:spPr>
          <p:txBody>
            <a:bodyPr wrap="square" lIns="18288" tIns="9144" rIns="18288" bIns="9144" anchor="b"/>
            <a:lstStyle/>
            <a:p>
              <a:pPr algn="ctr"/>
              <a:r>
                <a:rPr lang="en-GB" sz="700" dirty="0"/>
                <a:t>grpFill child 2</a:t>
              </a:r>
            </a:p>
          </p:txBody>
        </p:sp>
        <p:sp>
          <p:nvSpPr>
            <p:cNvPr id="50" name="grpFill child 3"/>
            <p:cNvSpPr/>
            <p:nvPr/>
          </p:nvSpPr>
          <p:spPr>
            <a:xfrm>
              <a:off x="3436252" y="4888840"/>
              <a:ext cx="1200000" cy="1000000"/>
            </a:xfrm>
            <a:prstGeom prst="triangle">
              <a:avLst/>
            </a:prstGeom>
            <a:grpFill/>
            <a:ln w="6350">
              <a:solidFill>
                <a:schemeClr val="tx1">
                  <a:alpha val="40000"/>
                </a:schemeClr>
              </a:solidFill>
            </a:ln>
          </p:spPr>
          <p:txBody>
            <a:bodyPr wrap="square" lIns="18288" tIns="9144" rIns="18288" bIns="9144" anchor="b"/>
            <a:lstStyle/>
            <a:p>
              <a:pPr algn="ctr"/>
              <a:r>
                <a:rPr lang="en-GB" sz="700" dirty="0"/>
                <a:t>grpFill child 3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a03 — all 54 ST_PresetPatternVal values</a:t>
            </a:r>
          </a:p>
        </p:txBody>
      </p:sp>
      <p:sp>
        <p:nvSpPr>
          <p:cNvPr id="100" name="pct5"/>
          <p:cNvSpPr/>
          <p:nvPr/>
        </p:nvSpPr>
        <p:spPr>
          <a:xfrm>
            <a:off x="480060" y="1211580"/>
            <a:ext cx="1207346" cy="817880"/>
          </a:xfrm>
          <a:prstGeom prst="rect">
            <a:avLst/>
          </a:prstGeom>
          <a:pattFill prst="pct5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pct5</a:t>
            </a:r>
          </a:p>
        </p:txBody>
      </p:sp>
      <p:sp>
        <p:nvSpPr>
          <p:cNvPr id="101" name="pct10"/>
          <p:cNvSpPr/>
          <p:nvPr/>
        </p:nvSpPr>
        <p:spPr>
          <a:xfrm>
            <a:off x="1733126" y="1211580"/>
            <a:ext cx="1207346" cy="817880"/>
          </a:xfrm>
          <a:prstGeom prst="rect">
            <a:avLst/>
          </a:prstGeom>
          <a:pattFill prst="pct1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pct10</a:t>
            </a:r>
          </a:p>
        </p:txBody>
      </p:sp>
      <p:sp>
        <p:nvSpPr>
          <p:cNvPr id="102" name="pct20"/>
          <p:cNvSpPr/>
          <p:nvPr/>
        </p:nvSpPr>
        <p:spPr>
          <a:xfrm>
            <a:off x="2986192" y="1211580"/>
            <a:ext cx="1207346" cy="817880"/>
          </a:xfrm>
          <a:prstGeom prst="rect">
            <a:avLst/>
          </a:prstGeom>
          <a:pattFill prst="pct2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pct20</a:t>
            </a:r>
          </a:p>
        </p:txBody>
      </p:sp>
      <p:sp>
        <p:nvSpPr>
          <p:cNvPr id="103" name="pct25"/>
          <p:cNvSpPr/>
          <p:nvPr/>
        </p:nvSpPr>
        <p:spPr>
          <a:xfrm>
            <a:off x="4239258" y="1211580"/>
            <a:ext cx="1207346" cy="817880"/>
          </a:xfrm>
          <a:prstGeom prst="rect">
            <a:avLst/>
          </a:prstGeom>
          <a:pattFill prst="pct25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pct25</a:t>
            </a:r>
          </a:p>
        </p:txBody>
      </p:sp>
      <p:sp>
        <p:nvSpPr>
          <p:cNvPr id="104" name="pct30"/>
          <p:cNvSpPr/>
          <p:nvPr/>
        </p:nvSpPr>
        <p:spPr>
          <a:xfrm>
            <a:off x="5492324" y="1211580"/>
            <a:ext cx="1207346" cy="817880"/>
          </a:xfrm>
          <a:prstGeom prst="rect">
            <a:avLst/>
          </a:prstGeom>
          <a:pattFill prst="pct3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pct30</a:t>
            </a:r>
          </a:p>
        </p:txBody>
      </p:sp>
      <p:sp>
        <p:nvSpPr>
          <p:cNvPr id="105" name="pct40"/>
          <p:cNvSpPr/>
          <p:nvPr/>
        </p:nvSpPr>
        <p:spPr>
          <a:xfrm>
            <a:off x="6745390" y="1211580"/>
            <a:ext cx="1207346" cy="817880"/>
          </a:xfrm>
          <a:prstGeom prst="rect">
            <a:avLst/>
          </a:prstGeom>
          <a:pattFill prst="pct4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pct40</a:t>
            </a:r>
          </a:p>
        </p:txBody>
      </p:sp>
      <p:sp>
        <p:nvSpPr>
          <p:cNvPr id="106" name="pct50"/>
          <p:cNvSpPr/>
          <p:nvPr/>
        </p:nvSpPr>
        <p:spPr>
          <a:xfrm>
            <a:off x="7998456" y="1211580"/>
            <a:ext cx="1207346" cy="817880"/>
          </a:xfrm>
          <a:prstGeom prst="rect">
            <a:avLst/>
          </a:prstGeom>
          <a:pattFill prst="pct5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pct50</a:t>
            </a:r>
          </a:p>
        </p:txBody>
      </p:sp>
      <p:sp>
        <p:nvSpPr>
          <p:cNvPr id="107" name="pct60"/>
          <p:cNvSpPr/>
          <p:nvPr/>
        </p:nvSpPr>
        <p:spPr>
          <a:xfrm>
            <a:off x="9251522" y="1211580"/>
            <a:ext cx="1207346" cy="817880"/>
          </a:xfrm>
          <a:prstGeom prst="rect">
            <a:avLst/>
          </a:prstGeom>
          <a:pattFill prst="pct6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pct60</a:t>
            </a:r>
          </a:p>
        </p:txBody>
      </p:sp>
      <p:sp>
        <p:nvSpPr>
          <p:cNvPr id="108" name="pct70"/>
          <p:cNvSpPr/>
          <p:nvPr/>
        </p:nvSpPr>
        <p:spPr>
          <a:xfrm>
            <a:off x="10504588" y="1211580"/>
            <a:ext cx="1207346" cy="817880"/>
          </a:xfrm>
          <a:prstGeom prst="rect">
            <a:avLst/>
          </a:prstGeom>
          <a:pattFill prst="pct7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pct70</a:t>
            </a:r>
          </a:p>
        </p:txBody>
      </p:sp>
      <p:sp>
        <p:nvSpPr>
          <p:cNvPr id="109" name="pct75"/>
          <p:cNvSpPr/>
          <p:nvPr/>
        </p:nvSpPr>
        <p:spPr>
          <a:xfrm>
            <a:off x="480060" y="2075180"/>
            <a:ext cx="1207346" cy="817880"/>
          </a:xfrm>
          <a:prstGeom prst="rect">
            <a:avLst/>
          </a:prstGeom>
          <a:pattFill prst="pct75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pct75</a:t>
            </a:r>
          </a:p>
        </p:txBody>
      </p:sp>
      <p:sp>
        <p:nvSpPr>
          <p:cNvPr id="110" name="pct80"/>
          <p:cNvSpPr/>
          <p:nvPr/>
        </p:nvSpPr>
        <p:spPr>
          <a:xfrm>
            <a:off x="1733126" y="2075180"/>
            <a:ext cx="1207346" cy="817880"/>
          </a:xfrm>
          <a:prstGeom prst="rect">
            <a:avLst/>
          </a:prstGeom>
          <a:pattFill prst="pct8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pct80</a:t>
            </a:r>
          </a:p>
        </p:txBody>
      </p:sp>
      <p:sp>
        <p:nvSpPr>
          <p:cNvPr id="111" name="pct90"/>
          <p:cNvSpPr/>
          <p:nvPr/>
        </p:nvSpPr>
        <p:spPr>
          <a:xfrm>
            <a:off x="2986192" y="2075180"/>
            <a:ext cx="1207346" cy="817880"/>
          </a:xfrm>
          <a:prstGeom prst="rect">
            <a:avLst/>
          </a:prstGeom>
          <a:pattFill prst="pct90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pct90</a:t>
            </a:r>
          </a:p>
        </p:txBody>
      </p:sp>
      <p:sp>
        <p:nvSpPr>
          <p:cNvPr id="112" name="horz"/>
          <p:cNvSpPr/>
          <p:nvPr/>
        </p:nvSpPr>
        <p:spPr>
          <a:xfrm>
            <a:off x="4239258" y="2075180"/>
            <a:ext cx="1207346" cy="817880"/>
          </a:xfrm>
          <a:prstGeom prst="rect">
            <a:avLst/>
          </a:prstGeom>
          <a:pattFill prst="horz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horz</a:t>
            </a:r>
          </a:p>
        </p:txBody>
      </p:sp>
      <p:sp>
        <p:nvSpPr>
          <p:cNvPr id="113" name="vert"/>
          <p:cNvSpPr/>
          <p:nvPr/>
        </p:nvSpPr>
        <p:spPr>
          <a:xfrm>
            <a:off x="5492324" y="2075180"/>
            <a:ext cx="1207346" cy="817880"/>
          </a:xfrm>
          <a:prstGeom prst="rect">
            <a:avLst/>
          </a:prstGeom>
          <a:pattFill prst="vert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vert</a:t>
            </a:r>
          </a:p>
        </p:txBody>
      </p:sp>
      <p:sp>
        <p:nvSpPr>
          <p:cNvPr id="114" name="ltHorz"/>
          <p:cNvSpPr/>
          <p:nvPr/>
        </p:nvSpPr>
        <p:spPr>
          <a:xfrm>
            <a:off x="6745390" y="2075180"/>
            <a:ext cx="1207346" cy="817880"/>
          </a:xfrm>
          <a:prstGeom prst="rect">
            <a:avLst/>
          </a:prstGeom>
          <a:pattFill prst="ltHorz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ltHorz</a:t>
            </a:r>
          </a:p>
        </p:txBody>
      </p:sp>
      <p:sp>
        <p:nvSpPr>
          <p:cNvPr id="115" name="ltVert"/>
          <p:cNvSpPr/>
          <p:nvPr/>
        </p:nvSpPr>
        <p:spPr>
          <a:xfrm>
            <a:off x="7998456" y="2075180"/>
            <a:ext cx="1207346" cy="817880"/>
          </a:xfrm>
          <a:prstGeom prst="rect">
            <a:avLst/>
          </a:prstGeom>
          <a:pattFill prst="ltVert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ltVert</a:t>
            </a:r>
          </a:p>
        </p:txBody>
      </p:sp>
      <p:sp>
        <p:nvSpPr>
          <p:cNvPr id="116" name="dkHorz"/>
          <p:cNvSpPr/>
          <p:nvPr/>
        </p:nvSpPr>
        <p:spPr>
          <a:xfrm>
            <a:off x="9251522" y="2075180"/>
            <a:ext cx="1207346" cy="817880"/>
          </a:xfrm>
          <a:prstGeom prst="rect">
            <a:avLst/>
          </a:prstGeom>
          <a:pattFill prst="dkHorz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dkHorz</a:t>
            </a:r>
          </a:p>
        </p:txBody>
      </p:sp>
      <p:sp>
        <p:nvSpPr>
          <p:cNvPr id="117" name="dkVert"/>
          <p:cNvSpPr/>
          <p:nvPr/>
        </p:nvSpPr>
        <p:spPr>
          <a:xfrm>
            <a:off x="10504588" y="2075180"/>
            <a:ext cx="1207346" cy="817880"/>
          </a:xfrm>
          <a:prstGeom prst="rect">
            <a:avLst/>
          </a:prstGeom>
          <a:pattFill prst="dkVert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dkVert</a:t>
            </a:r>
          </a:p>
        </p:txBody>
      </p:sp>
      <p:sp>
        <p:nvSpPr>
          <p:cNvPr id="118" name="narHorz"/>
          <p:cNvSpPr/>
          <p:nvPr/>
        </p:nvSpPr>
        <p:spPr>
          <a:xfrm>
            <a:off x="480060" y="2938780"/>
            <a:ext cx="1207346" cy="817880"/>
          </a:xfrm>
          <a:prstGeom prst="rect">
            <a:avLst/>
          </a:prstGeom>
          <a:pattFill prst="narHorz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narHorz</a:t>
            </a:r>
          </a:p>
        </p:txBody>
      </p:sp>
      <p:sp>
        <p:nvSpPr>
          <p:cNvPr id="119" name="narVert"/>
          <p:cNvSpPr/>
          <p:nvPr/>
        </p:nvSpPr>
        <p:spPr>
          <a:xfrm>
            <a:off x="1733126" y="2938780"/>
            <a:ext cx="1207346" cy="817880"/>
          </a:xfrm>
          <a:prstGeom prst="rect">
            <a:avLst/>
          </a:prstGeom>
          <a:pattFill prst="narVert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narVert</a:t>
            </a:r>
          </a:p>
        </p:txBody>
      </p:sp>
      <p:sp>
        <p:nvSpPr>
          <p:cNvPr id="120" name="dashHorz"/>
          <p:cNvSpPr/>
          <p:nvPr/>
        </p:nvSpPr>
        <p:spPr>
          <a:xfrm>
            <a:off x="2986192" y="2938780"/>
            <a:ext cx="1207346" cy="817880"/>
          </a:xfrm>
          <a:prstGeom prst="rect">
            <a:avLst/>
          </a:prstGeom>
          <a:pattFill prst="dashHorz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dashHorz</a:t>
            </a:r>
          </a:p>
        </p:txBody>
      </p:sp>
      <p:sp>
        <p:nvSpPr>
          <p:cNvPr id="121" name="dashVert"/>
          <p:cNvSpPr/>
          <p:nvPr/>
        </p:nvSpPr>
        <p:spPr>
          <a:xfrm>
            <a:off x="4239258" y="2938780"/>
            <a:ext cx="1207346" cy="817880"/>
          </a:xfrm>
          <a:prstGeom prst="rect">
            <a:avLst/>
          </a:prstGeom>
          <a:pattFill prst="dashVert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dashVert</a:t>
            </a:r>
          </a:p>
        </p:txBody>
      </p:sp>
      <p:sp>
        <p:nvSpPr>
          <p:cNvPr id="122" name="cross"/>
          <p:cNvSpPr/>
          <p:nvPr/>
        </p:nvSpPr>
        <p:spPr>
          <a:xfrm>
            <a:off x="5492324" y="2938780"/>
            <a:ext cx="1207346" cy="817880"/>
          </a:xfrm>
          <a:prstGeom prst="rect">
            <a:avLst/>
          </a:prstGeom>
          <a:pattFill prst="cross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cross</a:t>
            </a:r>
          </a:p>
        </p:txBody>
      </p:sp>
      <p:sp>
        <p:nvSpPr>
          <p:cNvPr id="123" name="dnDiag"/>
          <p:cNvSpPr/>
          <p:nvPr/>
        </p:nvSpPr>
        <p:spPr>
          <a:xfrm>
            <a:off x="6745390" y="2938780"/>
            <a:ext cx="1207346" cy="817880"/>
          </a:xfrm>
          <a:prstGeom prst="rect">
            <a:avLst/>
          </a:prstGeom>
          <a:pattFill prst="dn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dnDiag</a:t>
            </a:r>
          </a:p>
        </p:txBody>
      </p:sp>
      <p:sp>
        <p:nvSpPr>
          <p:cNvPr id="124" name="upDiag"/>
          <p:cNvSpPr/>
          <p:nvPr/>
        </p:nvSpPr>
        <p:spPr>
          <a:xfrm>
            <a:off x="7998456" y="2938780"/>
            <a:ext cx="1207346" cy="817880"/>
          </a:xfrm>
          <a:prstGeom prst="rect">
            <a:avLst/>
          </a:prstGeom>
          <a:pattFill prst="up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upDiag</a:t>
            </a:r>
          </a:p>
        </p:txBody>
      </p:sp>
      <p:sp>
        <p:nvSpPr>
          <p:cNvPr id="125" name="ltDnDiag"/>
          <p:cNvSpPr/>
          <p:nvPr/>
        </p:nvSpPr>
        <p:spPr>
          <a:xfrm>
            <a:off x="9251522" y="2938780"/>
            <a:ext cx="1207346" cy="817880"/>
          </a:xfrm>
          <a:prstGeom prst="rect">
            <a:avLst/>
          </a:prstGeom>
          <a:pattFill prst="ltDn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ltDnDiag</a:t>
            </a:r>
          </a:p>
        </p:txBody>
      </p:sp>
      <p:sp>
        <p:nvSpPr>
          <p:cNvPr id="126" name="ltUpDiag"/>
          <p:cNvSpPr/>
          <p:nvPr/>
        </p:nvSpPr>
        <p:spPr>
          <a:xfrm>
            <a:off x="10504588" y="2938780"/>
            <a:ext cx="1207346" cy="817880"/>
          </a:xfrm>
          <a:prstGeom prst="rect">
            <a:avLst/>
          </a:prstGeom>
          <a:pattFill prst="ltUp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ltUpDiag</a:t>
            </a:r>
          </a:p>
        </p:txBody>
      </p:sp>
      <p:sp>
        <p:nvSpPr>
          <p:cNvPr id="127" name="dkDnDiag"/>
          <p:cNvSpPr/>
          <p:nvPr/>
        </p:nvSpPr>
        <p:spPr>
          <a:xfrm>
            <a:off x="480060" y="3802380"/>
            <a:ext cx="1207346" cy="817880"/>
          </a:xfrm>
          <a:prstGeom prst="rect">
            <a:avLst/>
          </a:prstGeom>
          <a:pattFill prst="dkDn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dkDnDiag</a:t>
            </a:r>
          </a:p>
        </p:txBody>
      </p:sp>
      <p:sp>
        <p:nvSpPr>
          <p:cNvPr id="128" name="dkUpDiag"/>
          <p:cNvSpPr/>
          <p:nvPr/>
        </p:nvSpPr>
        <p:spPr>
          <a:xfrm>
            <a:off x="1733126" y="3802380"/>
            <a:ext cx="1207346" cy="817880"/>
          </a:xfrm>
          <a:prstGeom prst="rect">
            <a:avLst/>
          </a:prstGeom>
          <a:pattFill prst="dkUp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dkUpDiag</a:t>
            </a:r>
          </a:p>
        </p:txBody>
      </p:sp>
      <p:sp>
        <p:nvSpPr>
          <p:cNvPr id="129" name="wdDnDiag"/>
          <p:cNvSpPr/>
          <p:nvPr/>
        </p:nvSpPr>
        <p:spPr>
          <a:xfrm>
            <a:off x="2986192" y="3802380"/>
            <a:ext cx="1207346" cy="817880"/>
          </a:xfrm>
          <a:prstGeom prst="rect">
            <a:avLst/>
          </a:prstGeom>
          <a:pattFill prst="wdDn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wdDnDiag</a:t>
            </a:r>
          </a:p>
        </p:txBody>
      </p:sp>
      <p:sp>
        <p:nvSpPr>
          <p:cNvPr id="130" name="wdUpDiag"/>
          <p:cNvSpPr/>
          <p:nvPr/>
        </p:nvSpPr>
        <p:spPr>
          <a:xfrm>
            <a:off x="4239258" y="3802380"/>
            <a:ext cx="1207346" cy="817880"/>
          </a:xfrm>
          <a:prstGeom prst="rect">
            <a:avLst/>
          </a:prstGeom>
          <a:pattFill prst="wdUp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wdUpDiag</a:t>
            </a:r>
          </a:p>
        </p:txBody>
      </p:sp>
      <p:sp>
        <p:nvSpPr>
          <p:cNvPr id="131" name="dashDnDiag"/>
          <p:cNvSpPr/>
          <p:nvPr/>
        </p:nvSpPr>
        <p:spPr>
          <a:xfrm>
            <a:off x="5492324" y="3802380"/>
            <a:ext cx="1207346" cy="817880"/>
          </a:xfrm>
          <a:prstGeom prst="rect">
            <a:avLst/>
          </a:prstGeom>
          <a:pattFill prst="dashDn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dashDnDiag</a:t>
            </a:r>
          </a:p>
        </p:txBody>
      </p:sp>
      <p:sp>
        <p:nvSpPr>
          <p:cNvPr id="132" name="dashUpDiag"/>
          <p:cNvSpPr/>
          <p:nvPr/>
        </p:nvSpPr>
        <p:spPr>
          <a:xfrm>
            <a:off x="6745390" y="3802380"/>
            <a:ext cx="1207346" cy="817880"/>
          </a:xfrm>
          <a:prstGeom prst="rect">
            <a:avLst/>
          </a:prstGeom>
          <a:pattFill prst="dashUpDi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dashUpDiag</a:t>
            </a:r>
          </a:p>
        </p:txBody>
      </p:sp>
      <p:sp>
        <p:nvSpPr>
          <p:cNvPr id="133" name="diagCross"/>
          <p:cNvSpPr/>
          <p:nvPr/>
        </p:nvSpPr>
        <p:spPr>
          <a:xfrm>
            <a:off x="7998456" y="3802380"/>
            <a:ext cx="1207346" cy="817880"/>
          </a:xfrm>
          <a:prstGeom prst="rect">
            <a:avLst/>
          </a:prstGeom>
          <a:pattFill prst="diagCross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diagCross</a:t>
            </a:r>
          </a:p>
        </p:txBody>
      </p:sp>
      <p:sp>
        <p:nvSpPr>
          <p:cNvPr id="134" name="smCheck"/>
          <p:cNvSpPr/>
          <p:nvPr/>
        </p:nvSpPr>
        <p:spPr>
          <a:xfrm>
            <a:off x="9251522" y="3802380"/>
            <a:ext cx="1207346" cy="817880"/>
          </a:xfrm>
          <a:prstGeom prst="rect">
            <a:avLst/>
          </a:prstGeom>
          <a:pattFill prst="smCheck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smCheck</a:t>
            </a:r>
          </a:p>
        </p:txBody>
      </p:sp>
      <p:sp>
        <p:nvSpPr>
          <p:cNvPr id="135" name="lgCheck"/>
          <p:cNvSpPr/>
          <p:nvPr/>
        </p:nvSpPr>
        <p:spPr>
          <a:xfrm>
            <a:off x="10504588" y="3802380"/>
            <a:ext cx="1207346" cy="817880"/>
          </a:xfrm>
          <a:prstGeom prst="rect">
            <a:avLst/>
          </a:prstGeom>
          <a:pattFill prst="lgCheck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lgCheck</a:t>
            </a:r>
          </a:p>
        </p:txBody>
      </p:sp>
      <p:sp>
        <p:nvSpPr>
          <p:cNvPr id="136" name="smGrid"/>
          <p:cNvSpPr/>
          <p:nvPr/>
        </p:nvSpPr>
        <p:spPr>
          <a:xfrm>
            <a:off x="480060" y="4665980"/>
            <a:ext cx="1207346" cy="817880"/>
          </a:xfrm>
          <a:prstGeom prst="rect">
            <a:avLst/>
          </a:prstGeom>
          <a:pattFill prst="smGrid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smGrid</a:t>
            </a:r>
          </a:p>
        </p:txBody>
      </p:sp>
      <p:sp>
        <p:nvSpPr>
          <p:cNvPr id="137" name="lgGrid"/>
          <p:cNvSpPr/>
          <p:nvPr/>
        </p:nvSpPr>
        <p:spPr>
          <a:xfrm>
            <a:off x="1733126" y="4665980"/>
            <a:ext cx="1207346" cy="817880"/>
          </a:xfrm>
          <a:prstGeom prst="rect">
            <a:avLst/>
          </a:prstGeom>
          <a:pattFill prst="lgGrid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lgGrid</a:t>
            </a:r>
          </a:p>
        </p:txBody>
      </p:sp>
      <p:sp>
        <p:nvSpPr>
          <p:cNvPr id="138" name="dotGrid"/>
          <p:cNvSpPr/>
          <p:nvPr/>
        </p:nvSpPr>
        <p:spPr>
          <a:xfrm>
            <a:off x="2986192" y="4665980"/>
            <a:ext cx="1207346" cy="817880"/>
          </a:xfrm>
          <a:prstGeom prst="rect">
            <a:avLst/>
          </a:prstGeom>
          <a:pattFill prst="dotGrid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dotGrid</a:t>
            </a:r>
          </a:p>
        </p:txBody>
      </p:sp>
      <p:sp>
        <p:nvSpPr>
          <p:cNvPr id="139" name="smConfetti"/>
          <p:cNvSpPr/>
          <p:nvPr/>
        </p:nvSpPr>
        <p:spPr>
          <a:xfrm>
            <a:off x="4239258" y="4665980"/>
            <a:ext cx="1207346" cy="817880"/>
          </a:xfrm>
          <a:prstGeom prst="rect">
            <a:avLst/>
          </a:prstGeom>
          <a:pattFill prst="smConfetti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smConfetti</a:t>
            </a:r>
          </a:p>
        </p:txBody>
      </p:sp>
      <p:sp>
        <p:nvSpPr>
          <p:cNvPr id="140" name="lgConfetti"/>
          <p:cNvSpPr/>
          <p:nvPr/>
        </p:nvSpPr>
        <p:spPr>
          <a:xfrm>
            <a:off x="5492324" y="4665980"/>
            <a:ext cx="1207346" cy="817880"/>
          </a:xfrm>
          <a:prstGeom prst="rect">
            <a:avLst/>
          </a:prstGeom>
          <a:pattFill prst="lgConfetti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lgConfetti</a:t>
            </a:r>
          </a:p>
        </p:txBody>
      </p:sp>
      <p:sp>
        <p:nvSpPr>
          <p:cNvPr id="141" name="horzBrick"/>
          <p:cNvSpPr/>
          <p:nvPr/>
        </p:nvSpPr>
        <p:spPr>
          <a:xfrm>
            <a:off x="6745390" y="4665980"/>
            <a:ext cx="1207346" cy="817880"/>
          </a:xfrm>
          <a:prstGeom prst="rect">
            <a:avLst/>
          </a:prstGeom>
          <a:pattFill prst="horzBrick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horzBrick</a:t>
            </a:r>
          </a:p>
        </p:txBody>
      </p:sp>
      <p:sp>
        <p:nvSpPr>
          <p:cNvPr id="142" name="diagBrick"/>
          <p:cNvSpPr/>
          <p:nvPr/>
        </p:nvSpPr>
        <p:spPr>
          <a:xfrm>
            <a:off x="7998456" y="4665980"/>
            <a:ext cx="1207346" cy="817880"/>
          </a:xfrm>
          <a:prstGeom prst="rect">
            <a:avLst/>
          </a:prstGeom>
          <a:pattFill prst="diagBrick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diagBrick</a:t>
            </a:r>
          </a:p>
        </p:txBody>
      </p:sp>
      <p:sp>
        <p:nvSpPr>
          <p:cNvPr id="143" name="solidDmnd"/>
          <p:cNvSpPr/>
          <p:nvPr/>
        </p:nvSpPr>
        <p:spPr>
          <a:xfrm>
            <a:off x="9251522" y="4665980"/>
            <a:ext cx="1207346" cy="817880"/>
          </a:xfrm>
          <a:prstGeom prst="rect">
            <a:avLst/>
          </a:prstGeom>
          <a:pattFill prst="solidDmnd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solidDmnd</a:t>
            </a:r>
          </a:p>
        </p:txBody>
      </p:sp>
      <p:sp>
        <p:nvSpPr>
          <p:cNvPr id="144" name="openDmnd"/>
          <p:cNvSpPr/>
          <p:nvPr/>
        </p:nvSpPr>
        <p:spPr>
          <a:xfrm>
            <a:off x="10504588" y="4665980"/>
            <a:ext cx="1207346" cy="817880"/>
          </a:xfrm>
          <a:prstGeom prst="rect">
            <a:avLst/>
          </a:prstGeom>
          <a:pattFill prst="openDmnd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openDmnd</a:t>
            </a:r>
          </a:p>
        </p:txBody>
      </p:sp>
      <p:sp>
        <p:nvSpPr>
          <p:cNvPr id="145" name="dotDmnd"/>
          <p:cNvSpPr/>
          <p:nvPr/>
        </p:nvSpPr>
        <p:spPr>
          <a:xfrm>
            <a:off x="480060" y="5529580"/>
            <a:ext cx="1207346" cy="817880"/>
          </a:xfrm>
          <a:prstGeom prst="rect">
            <a:avLst/>
          </a:prstGeom>
          <a:pattFill prst="dotDmnd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dotDmnd</a:t>
            </a:r>
          </a:p>
        </p:txBody>
      </p:sp>
      <p:sp>
        <p:nvSpPr>
          <p:cNvPr id="146" name="plaid"/>
          <p:cNvSpPr/>
          <p:nvPr/>
        </p:nvSpPr>
        <p:spPr>
          <a:xfrm>
            <a:off x="1733126" y="5529580"/>
            <a:ext cx="1207346" cy="817880"/>
          </a:xfrm>
          <a:prstGeom prst="rect">
            <a:avLst/>
          </a:prstGeom>
          <a:pattFill prst="plaid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plaid</a:t>
            </a:r>
          </a:p>
        </p:txBody>
      </p:sp>
      <p:sp>
        <p:nvSpPr>
          <p:cNvPr id="147" name="sphere"/>
          <p:cNvSpPr/>
          <p:nvPr/>
        </p:nvSpPr>
        <p:spPr>
          <a:xfrm>
            <a:off x="2986192" y="5529580"/>
            <a:ext cx="1207346" cy="817880"/>
          </a:xfrm>
          <a:prstGeom prst="rect">
            <a:avLst/>
          </a:prstGeom>
          <a:pattFill prst="sphere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sphere</a:t>
            </a:r>
          </a:p>
        </p:txBody>
      </p:sp>
      <p:sp>
        <p:nvSpPr>
          <p:cNvPr id="148" name="weave"/>
          <p:cNvSpPr/>
          <p:nvPr/>
        </p:nvSpPr>
        <p:spPr>
          <a:xfrm>
            <a:off x="4239258" y="5529580"/>
            <a:ext cx="1207346" cy="817880"/>
          </a:xfrm>
          <a:prstGeom prst="rect">
            <a:avLst/>
          </a:prstGeom>
          <a:pattFill prst="weave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weave</a:t>
            </a:r>
          </a:p>
        </p:txBody>
      </p:sp>
      <p:sp>
        <p:nvSpPr>
          <p:cNvPr id="149" name="divot"/>
          <p:cNvSpPr/>
          <p:nvPr/>
        </p:nvSpPr>
        <p:spPr>
          <a:xfrm>
            <a:off x="5492324" y="5529580"/>
            <a:ext cx="1207346" cy="817880"/>
          </a:xfrm>
          <a:prstGeom prst="rect">
            <a:avLst/>
          </a:prstGeom>
          <a:pattFill prst="divot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divot</a:t>
            </a:r>
          </a:p>
        </p:txBody>
      </p:sp>
      <p:sp>
        <p:nvSpPr>
          <p:cNvPr id="150" name="shingle"/>
          <p:cNvSpPr/>
          <p:nvPr/>
        </p:nvSpPr>
        <p:spPr>
          <a:xfrm>
            <a:off x="6745390" y="5529580"/>
            <a:ext cx="1207346" cy="817880"/>
          </a:xfrm>
          <a:prstGeom prst="rect">
            <a:avLst/>
          </a:prstGeom>
          <a:pattFill prst="shingle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shingle</a:t>
            </a:r>
          </a:p>
        </p:txBody>
      </p:sp>
      <p:sp>
        <p:nvSpPr>
          <p:cNvPr id="151" name="wave"/>
          <p:cNvSpPr/>
          <p:nvPr/>
        </p:nvSpPr>
        <p:spPr>
          <a:xfrm>
            <a:off x="7998456" y="5529580"/>
            <a:ext cx="1207346" cy="817880"/>
          </a:xfrm>
          <a:prstGeom prst="rect">
            <a:avLst/>
          </a:prstGeom>
          <a:pattFill prst="wave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wave</a:t>
            </a:r>
          </a:p>
        </p:txBody>
      </p:sp>
      <p:sp>
        <p:nvSpPr>
          <p:cNvPr id="152" name="trellis"/>
          <p:cNvSpPr/>
          <p:nvPr/>
        </p:nvSpPr>
        <p:spPr>
          <a:xfrm>
            <a:off x="9251522" y="5529580"/>
            <a:ext cx="1207346" cy="817880"/>
          </a:xfrm>
          <a:prstGeom prst="rect">
            <a:avLst/>
          </a:prstGeom>
          <a:pattFill prst="trellis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trellis</a:t>
            </a:r>
          </a:p>
        </p:txBody>
      </p:sp>
      <p:sp>
        <p:nvSpPr>
          <p:cNvPr id="153" name="zigZag"/>
          <p:cNvSpPr/>
          <p:nvPr/>
        </p:nvSpPr>
        <p:spPr>
          <a:xfrm>
            <a:off x="10504588" y="5529580"/>
            <a:ext cx="1207346" cy="817880"/>
          </a:xfrm>
          <a:prstGeom prst="rect">
            <a:avLst/>
          </a:prstGeom>
          <a:pattFill prst="zigZag">
            <a:fgClr>
              <a:schemeClr val="tx1"/>
            </a:fgClr>
            <a:bgClr>
              <a:schemeClr val="bg1"/>
            </a:bgClr>
          </a:pattFill>
          <a:ln w="3175">
            <a:solidFill>
              <a:schemeClr val="tx1">
                <a:alpha val="30000"/>
              </a:schemeClr>
            </a:solidFill>
          </a:ln>
        </p:spPr>
        <p:txBody>
          <a:bodyPr wrap="square" lIns="18288" tIns="9144" rIns="18288" bIns="9144" anchor="b"/>
          <a:lstStyle/>
          <a:p>
            <a:pPr algn="ctr"/>
            <a:r>
              <a:rPr lang="en-GB" sz="700" dirty="0"/>
              <a:t>zigZag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a03 fills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