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16418-E3B4-0ED1-44EC-D502BC094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AE8D0-A391-2B43-0DFB-000C9FC5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1A9F0-75CA-8935-4040-D54168F4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EA662-2614-0E22-D9E9-52DBBBE8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E8CF2-18DA-1014-9BA4-48633E41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6E27-278C-6919-FB7A-3A9CF21B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DA10-51DE-4F67-043C-E75520119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444AF-2EAC-06A0-1CEE-B9AA0306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2A2B-270F-8C1A-7865-B00C0831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4C094-92DF-E1E4-70F2-E0F94358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3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D8AA-2148-ACC9-8344-486C5C66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9B223-34E7-5BF1-588B-0D94DAB6B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68005-4060-4C85-E918-C75A76FB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D1166-12DF-AB16-E571-38B2FDBE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6D7D-E85D-1A11-D251-92927CDB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4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231C-31E7-82FC-D4E6-60BEB7BE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4E448-1DCD-9AAB-A4D5-E63307B41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58216-6F8E-CC08-82F2-1A4C1B975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5E212-47E1-C3F3-CEA8-628DE064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2ACCD-9146-1F72-8631-8351D1B8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96B87-0C05-8436-0980-DBCB6652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8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7829-A377-28E1-D289-46FD5671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3A2A9-AB40-D52B-15E1-C27FAD46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71493-FAEC-1B54-C390-88401D3A4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C057F-F53C-65AD-DA79-D985AF837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99EBD-7F5D-AE76-77AB-E187C1A8E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612B8-9622-67EE-6B11-554D1401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639E6-D7AB-FE15-C13D-E5CF7A73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45F07-E5D4-349B-AC16-F086AD8C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83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1230-DF11-7E41-B72C-240C4942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B9A48-0A78-5917-FFF1-ED1AE7BA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52176-F7E1-478D-09B1-48CEE365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F2A90-7593-A9ED-1EF8-151E3369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7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31BEF-A30E-8708-7756-41E85D2F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20689-8C03-A221-3166-8C764CB6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E369-D3AD-89A9-7DD1-6DA2D12E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4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642C-7201-10F5-020B-54847DBD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91E94-BC6B-DF24-478C-5C2BE3BD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49FF7-6B3C-E0C2-7145-08B7072A7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6B3EF-78B9-E722-6D1C-CB033501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FC3A4-7603-193C-A1A5-9967E325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0043-C32C-66EF-1172-52EA4418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0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83FD-0D02-F04E-9A5E-233B72C1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1EC4A-B4B8-D593-462D-5655677D8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36FDF-95B4-2C14-3429-5CDD7BD8A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AA1C2-1B98-CC68-9483-BA8FEA64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DD684-D650-B734-0A8C-53FEB1D9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E7675-4DC0-AE56-BC84-F15FE582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373B-0284-101D-8AB2-401394DB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C27F2-0EFF-1619-9F1D-20653A576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76E4-A967-0008-4D9B-1DC0748A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A4FC4-F6E6-D2B8-7A0A-9B6884F2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BA78-56B8-413D-385D-EA4A9C12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1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ED7BA-19E0-765A-8A1F-C2773D4B0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C383F-AFF9-948D-2175-9AF8B7CFA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06F6C-F995-806A-B9CD-C9EFFC5D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53570-B609-5FD2-DD01-9A7DB49F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F58F5-7DDD-CB84-6245-C4595693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3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B06CB-D932-8845-B979-976057F8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19668-9BB7-0463-3716-C53CAD9F9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3CB1-7A41-E178-515E-22D4F4CBD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8C558-5A48-4B0F-8437-3CE83E5C6B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C163-643D-BE59-6CD5-D922BB69C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BFC5E-8F23-852C-9634-BEA3A98AD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A11B4-B0DA-4702-AE8D-FDA040D58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3D09-B707-07F7-E0F8-302C19CC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b03 - autofit, shrink on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6480-66D9-9EB6-30B6-2E39ED1D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 paragraph long enough to overflow the placeholder it is in, so that PowerPoint has to shrink it.</a:t>
            </a:r>
          </a:p>
          <a:p>
            <a:r>
              <a:rPr lang="en-US"/>
              <a:t>A second one, for the same reason.</a:t>
            </a:r>
          </a:p>
          <a:p>
            <a:r>
              <a:rPr lang="en-US"/>
              <a:t>A third, because the ladder has fourteen steps and one overflow only exercises the first of them.</a:t>
            </a:r>
          </a:p>
          <a:p>
            <a:r>
              <a:rPr lang="en-US"/>
              <a:t>A fourth, so the scale lands somewhere in the middle of the ladder rather than at its top.</a:t>
            </a:r>
          </a:p>
          <a:p>
            <a:r>
              <a:rPr lang="en-US"/>
              <a:t>A fifth, and by now the font scale and the line-space reduction are both in play.</a:t>
            </a:r>
          </a:p>
        </p:txBody>
      </p:sp>
    </p:spTree>
    <p:extLst>
      <p:ext uri="{BB962C8B-B14F-4D97-AF65-F5344CB8AC3E}">
        <p14:creationId xmlns:p14="http://schemas.microsoft.com/office/powerpoint/2010/main" val="199790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ABA3-0FC9-CC84-4D08-7595E8F5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b03 - runs, bullets and a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CA7C-0C47-1116-A475-B5185D45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Plain.</a:t>
            </a:r>
          </a:p>
          <a:p>
            <a:r>
              <a:rPr lang="en-US" b="1"/>
              <a:t>Bold </a:t>
            </a:r>
            <a:r>
              <a:rPr lang="en-US"/>
              <a:t>and </a:t>
            </a:r>
            <a:r>
              <a:rPr lang="en-US" i="1"/>
              <a:t>italic </a:t>
            </a:r>
            <a:r>
              <a:rPr lang="en-US"/>
              <a:t>in one paragraph.</a:t>
            </a:r>
          </a:p>
          <a:p>
            <a:pPr lvl="1"/>
            <a:r>
              <a:rPr lang="en-US"/>
              <a:t>A second bullet level.</a:t>
            </a:r>
          </a:p>
          <a:p>
            <a:r>
              <a:rPr lang="en-US">
                <a:solidFill>
                  <a:srgbClr val="CC3399"/>
                </a:solidFill>
              </a:rPr>
              <a:t>Coloured.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9629-616C-6ABA-B064-DD3FF8FF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A11B4-B0DA-4702-AE8D-FDA040D5884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459C3-C3F7-F079-E34F-9E776DB8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Studio corpus</a:t>
            </a:r>
          </a:p>
        </p:txBody>
      </p:sp>
    </p:spTree>
    <p:extLst>
      <p:ext uri="{BB962C8B-B14F-4D97-AF65-F5344CB8AC3E}">
        <p14:creationId xmlns:p14="http://schemas.microsoft.com/office/powerpoint/2010/main" val="403351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11507-F2C7-0808-CEEF-4CCB855D6355}"/>
              </a:ext>
            </a:extLst>
          </p:cNvPr>
          <p:cNvSpPr txBox="1"/>
          <p:nvPr/>
        </p:nvSpPr>
        <p:spPr>
          <a:xfrm>
            <a:off x="762000" y="762000"/>
            <a:ext cx="5080000" cy="2540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/>
              <a:t>A plain text box, which is not a placeholder and so inherits from otherStyle rather than bodyStyle.</a:t>
            </a:r>
          </a:p>
        </p:txBody>
      </p:sp>
    </p:spTree>
    <p:extLst>
      <p:ext uri="{BB962C8B-B14F-4D97-AF65-F5344CB8AC3E}">
        <p14:creationId xmlns:p14="http://schemas.microsoft.com/office/powerpoint/2010/main" val="35297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b03 - autofit, shrink on overflow</vt:lpstr>
      <vt:lpstr>b03 - runs, bullets and a field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2026-08-28T10:41:23Z</dcterms:created>
  <dcterms:modified xsi:type="dcterms:W3CDTF">2026-08-28T10:41:23Z</dcterms:modified>
</cp:coreProperties>
</file>