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90AB3-CD5F-665B-9B1F-55F5C8BA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677A2-738A-B62B-0E6F-5D5610DC7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23E3E-3342-A48B-3A14-95ECBAF06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BF047-1C72-3C2E-96F8-CD067BC2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A363B-93A9-A995-838C-9C499C8E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7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D47C-01C1-29FF-F9E4-A101E352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D58A1-D74A-43F1-A140-55A816390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77C0-C3DA-501B-1D50-28AC39E1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E74A9-24F7-DC66-C5DF-82CEF617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7BEC3-3410-BC40-56A1-3C3E8256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50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9580-AEEE-729F-10F7-88B163BE4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B22D5-0900-FA83-2463-33AD8F24F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E1122-0E60-244C-68EC-96D964943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9D9D0-ACC2-738D-C040-289ED3AB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F44F0-466F-C54B-B7AA-9D4B53EE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27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037F-8263-F4FB-B8B8-AD958AEE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CACE7-ED89-9BAF-01BB-5F7CB198A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0FDE5-1200-0735-25A3-A0D27788B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50CD7-B84D-3A0F-B872-986D7FA3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38D52-AE56-7D46-EDBF-703E8FB0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8C60F-2BA3-AB0A-72C1-FF897483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18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F097-80F3-179D-674B-F0ED2EB0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3103E-D311-7B1B-BA09-F4BFD3888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4EB7F-93E8-CB6F-9235-7E4895378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C625E-5E24-9A96-AEF4-772B0151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C9117-5807-677C-EA4E-2165E943D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AEB0E9-ED6B-0098-0BF9-0BD834B71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A092C-6836-490D-D72D-64AFB77B1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63508-DFE9-7A26-B8A8-D4A00CA62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1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59C6B-B0B2-481E-C4AD-C9D8043D9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5AD21-4604-3522-9958-23680572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6C3CE-EB37-B36F-E9E0-910F708B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38B95-9969-F45C-F67D-513A73F6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5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D89FC-98BF-9C3B-DC46-B2F7CC123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95EAB-6A4A-75A6-BB50-0ECA9ED0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11075-B8F9-4D83-DB20-E3949001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4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8071-CAE3-EA05-ED0C-137A16B2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FEE82-C4E4-013C-4F21-1550999DA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7E9B1-DD63-92FC-4EEA-2BBA000CA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DCC37-229B-5F47-3BED-6D513D5DA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3314C-FE60-5BA3-B6C4-1C9B5139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E1A97-3B33-7203-9D76-6DCBD4C0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6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54D1-8C31-C76A-E17E-EB42E8B3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2E926-0A25-8A27-E288-74B8716219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8FAB38-1EF3-0250-89C3-9E3C7A14F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61465-11DD-3AD9-2085-38C89122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BF1B1-804E-149F-0253-2B3EF5FA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C979D-7B4D-793B-776F-0E1B8AD8E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3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3A76-2940-226E-DD0C-A86B8A9E9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DC892-A2F9-FB6F-ABA9-BAA22DA61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F47F0-EDC5-7DCC-0017-01EFE4B2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F5650-4DC0-70B7-13FB-D7789945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8DD94-7A6B-33F7-78E2-490E8FD6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34437-B004-FBCB-D2EA-9ED4E3548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D3B22-687A-796A-B751-923B32455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F2446-7FBF-EBC6-5BC5-1568A8C5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D50C9-D881-1F4A-45C3-A34EF3BE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AA6C1-8228-539E-4BC3-5DF6002C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ADA49-C4F3-6952-37F5-7818885F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C8189-9EBD-BD94-4917-1649D4390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B53A8-A81D-BE40-896D-E7A7E2C24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9BEBE0-6020-4766-BAFC-F3EE48DE45A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783FF-F09B-A60C-A6B7-4137B5A55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B26D2-EBD1-AE4B-A1E1-8EBF3D271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CD9F7-BFE9-4A9C-85CF-143EEB9F7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6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1582-C88A-8026-E43C-5E829E8AA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b09 - crop, and the effects PowerPoint writes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66A50-35F9-817F-EB4C-2ED0672BF9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16667" r="25000" b="27778"/>
          <a:stretch>
            <a:fillRect/>
          </a:stretch>
        </p:blipFill>
        <p:spPr>
          <a:xfrm>
            <a:off x="1778000" y="2476500"/>
            <a:ext cx="2666996" cy="1904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134EC4-6BA7-A775-4F3E-46AEA407900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905000"/>
            <a:ext cx="4572000" cy="3429000"/>
          </a:xfrm>
          <a:prstGeom prst="rect">
            <a:avLst/>
          </a:prstGeom>
          <a:effectLst>
            <a:glow rad="101600">
              <a:scrgbClr r="0" g="0" b="0"/>
            </a:glow>
            <a:outerShdw blurRad="63500" dist="37357" dir="2700000" rotWithShape="0">
              <a:scrgbClr r="0" g="0" b="0"/>
            </a:outerShdw>
            <a:reflection blurRad="6350" stA="50000" endA="300" endPos="55000" dir="5400000" sy="-100000" algn="bl" rotWithShape="0"/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308836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53E1-863F-DA16-C6C3-FCD2C8AD5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b09 - a picture placeholder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EF451-79EE-35D9-5541-CA19444CF7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blipFill>
            <a:blip r:embed="rId2"/>
            <a:stretch>
              <a:fillRect/>
            </a:stretch>
          </a:blipFill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A414E-D628-80A0-E0D4-F7A5C5081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Filled through the layout, not placed on the slide.</a:t>
            </a:r>
          </a:p>
        </p:txBody>
      </p:sp>
    </p:spTree>
    <p:extLst>
      <p:ext uri="{BB962C8B-B14F-4D97-AF65-F5344CB8AC3E}">
        <p14:creationId xmlns:p14="http://schemas.microsoft.com/office/powerpoint/2010/main" val="1355641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b09 - crop, and the effects PowerPoint writes</vt:lpstr>
      <vt:lpstr>b09 - a picture placeholder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2026-08-28T10:41:34Z</dcterms:created>
  <dcterms:modified xsi:type="dcterms:W3CDTF">2026-08-28T10:41:34Z</dcterms:modified>
</cp:coreProperties>
</file>