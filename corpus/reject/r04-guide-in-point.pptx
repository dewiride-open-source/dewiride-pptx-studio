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notAGuide" y="0"/>
                </a:moveTo>
                <a:lnTo>
                  <a:pt x="r" y="b"/>
                </a:lnTo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