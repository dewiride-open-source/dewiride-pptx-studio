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ink/ink1.xml><?xml version="1.0" encoding="utf-8"?>
<inkml:ink xmlns:inkml="http://www.w3.org/2003/InkML"/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ontentPart r:id="rId2"/>
    </p:spTree>
  </p:cSld>
  <p:clrMapOvr>
    <a:masterClrMapping/>
  </p:clrMapOvr>
</p:sld>
</file>