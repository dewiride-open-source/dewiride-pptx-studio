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media/media1.wav" ContentType="audio/wav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media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a:audioFile r:link="rId2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sndAc>
      <p:stSnd>
        <p:snd r:embed="rId2" name="media1.wav"/>
      </p:stSnd>
    </p:sndAc>
  </p:transition>
</p:sld>
</file>