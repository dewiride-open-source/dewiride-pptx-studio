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plotArea>
      <c:barChart>
        <c:ser>
          <c:idx val="0"/>
          <c:order val="0"/>
          <c:tx>
            <c:strLit>
              <c:ptCount val="1"/>
              <c:pt idx="0">
                <c:v>Series 1</c:v>
              </c:pt>
            </c:strLit>
          </c:tx>
        </c:ser>
      </c:barChart>
    </c:plotArea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