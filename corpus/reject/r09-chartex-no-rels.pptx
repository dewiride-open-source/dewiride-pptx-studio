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charts/chartEx1.xml" ContentType="application/vnd.ms-office.chartex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Ex1.xml><?xml version="1.0" encoding="utf-8"?>
<cx:chartSpace xmlns:cx="http://schemas.microsoft.com/office/drawing/2014/chartex">
  <cx:chartData>
    <cx:data id="0">
      <cx:strDim type="cat">
        <cx:lvl ptCount="1">
          <cx:pt idx="0">A</cx:pt>
        </cx:lvl>
      </cx:strDim>
    </cx:data>
  </cx:chartData>
  <cx:chart>
    <cx:plotArea>
      <cx:plotAreaRegion>
        <cx:series layoutId="treemap" uniqueId="{1}"/>
      </cx:plotAreaRegion>
    </cx:plotArea>
  </cx:chart>
</cx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