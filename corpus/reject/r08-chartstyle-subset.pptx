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style1.xml><?xml version="1.0" encoding="utf-8"?>
<cs:chartStyle xmlns:cs="http://schemas.microsoft.com/office/drawing/2012/chartStyle" id="201">
  <cs:chartArea/>
  <cs:dataPoint/>
  <cs:legend/>
  <cs:plotArea/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