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custGeom>
            <a:avLst/>
            <a:gdLst>
              <a:gd name="x1" fmla="*/ w adj1 100000"/>
            </a:gdLst>
            <a:ahLst/>
            <a:cxnLst/>
            <a:rect l="l" t="t" r="r" b="b"/>
            <a:pathLst/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