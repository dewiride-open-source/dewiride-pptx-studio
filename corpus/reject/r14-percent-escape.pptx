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ags/tag%5F1.xml><?xml version="1.0" encoding="utf-8"?>
<p:tagLst xmlns:p="http://schemas.openxmlformats.org/presentationml/2006/main"/>
</file>