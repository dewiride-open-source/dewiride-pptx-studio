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custShowLst>
    <p:custShow name="Short" id="0">
      <p:sldLst>
        <p:sld r:id="rId2"/>
        <p:sld r:id="rId5"/>
      </p:sldLst>
    </p:custShow>
    <p:custShow name="Body only" id="1">
      <p:sldLst>
        <p:sld r:id="rId3"/>
        <p:sld r:id="rId4"/>
      </p:sldLst>
    </p:custShow>
    <p:custShow name="With a repeat" id="2">
      <p:sldLst>
        <p:sld r:id="rId2"/>
        <p:sld r:id="rId3"/>
        <p:sld r:id="rId2"/>
      </p:sldLst>
    </p:custShow>
  </p:custShowLst>
  <p:extLst>
    <p:ext uri="{521415D9-36F7-43E2-AB2F-B90AF26B5E84}">
      <p14:sectionLst xmlns:p14="http://schemas.microsoft.com/office/powerpoint/2010/main">
        <p14:section name="Opening" id="{2E9C4A6D-3B71-4F08-9C25-6A1D7E0B4F31}">
          <p14:sldIdLst>
            <p14:sldId id="256"/>
          </p14:sldIdLst>
        </p14:section>
        <p14:section name="Body" id="{7F1B85C0-9D46-4A23-B7E8-1C5A0F62D948}">
          <p14:sldIdLst>
            <p14:sldId id="257"/>
            <p14:sldId id="258"/>
          </p14:sldIdLst>
        </p14:section>
        <p14:section name="Closing" id="{B4D0E37A-58C2-4691-8FA3-0E7B926C15D2}">
          <p14:sldIdLst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a13 — slide 1 of four</a:t>
            </a:r>
          </a:p>
        </p:txBody>
      </p:sp>
      <p:sp>
        <p:nvSpPr>
          <p:cNvPr id="10" name="Membership 1"/>
          <p:cNvSpPr/>
          <p:nvPr/>
        </p:nvSpPr>
        <p:spPr>
          <a:xfrm>
            <a:off x="502920" y="1234440"/>
            <a:ext cx="11186160" cy="1635760"/>
          </a:xfrm>
          <a:prstGeom prst="rect">
            <a:avLst/>
          </a:prstGeom>
          <a:noFill/>
        </p:spPr>
        <p:txBody>
          <a:bodyPr/>
          <a:lstStyle/>
          <a:p>
            <a:r>
              <a:rPr sz="1600"/>
              <a:t>section: Opening</a:t>
            </a:r>
          </a:p>
          <a:p>
            <a:r>
              <a:rPr sz="1600"/>
              <a:t>custom shows: Short, With a repeat</a:t>
            </a:r>
          </a:p>
          <a:p>
            <a:r>
              <a:rPr sz="1600"/>
              <a:t>p:sldId id="256"  ·  r:id="rId2"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a13 — slide 2 of four</a:t>
            </a:r>
          </a:p>
        </p:txBody>
      </p:sp>
      <p:sp>
        <p:nvSpPr>
          <p:cNvPr id="10" name="Membership 2"/>
          <p:cNvSpPr/>
          <p:nvPr/>
        </p:nvSpPr>
        <p:spPr>
          <a:xfrm>
            <a:off x="502920" y="1234440"/>
            <a:ext cx="11186160" cy="1635760"/>
          </a:xfrm>
          <a:prstGeom prst="rect">
            <a:avLst/>
          </a:prstGeom>
          <a:noFill/>
        </p:spPr>
        <p:txBody>
          <a:bodyPr/>
          <a:lstStyle/>
          <a:p>
            <a:r>
              <a:rPr sz="1600"/>
              <a:t>section: Body</a:t>
            </a:r>
          </a:p>
          <a:p>
            <a:r>
              <a:rPr sz="1600"/>
              <a:t>custom shows: Body only, With a repeat</a:t>
            </a:r>
          </a:p>
          <a:p>
            <a:r>
              <a:rPr sz="1600"/>
              <a:t>p:sldId id="257"  ·  r:id="rId3"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a13 — slide 3 of four</a:t>
            </a:r>
          </a:p>
        </p:txBody>
      </p:sp>
      <p:sp>
        <p:nvSpPr>
          <p:cNvPr id="10" name="Membership 3"/>
          <p:cNvSpPr/>
          <p:nvPr/>
        </p:nvSpPr>
        <p:spPr>
          <a:xfrm>
            <a:off x="502920" y="1234440"/>
            <a:ext cx="11186160" cy="1635760"/>
          </a:xfrm>
          <a:prstGeom prst="rect">
            <a:avLst/>
          </a:prstGeom>
          <a:noFill/>
        </p:spPr>
        <p:txBody>
          <a:bodyPr/>
          <a:lstStyle/>
          <a:p>
            <a:r>
              <a:rPr sz="1600"/>
              <a:t>section: Body</a:t>
            </a:r>
          </a:p>
          <a:p>
            <a:r>
              <a:rPr sz="1600"/>
              <a:t>custom shows: Body only</a:t>
            </a:r>
          </a:p>
          <a:p>
            <a:r>
              <a:rPr sz="1600"/>
              <a:t>p:sldId id="258"  ·  r:id="rId4"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a13 — slide 4 of four</a:t>
            </a:r>
          </a:p>
        </p:txBody>
      </p:sp>
      <p:sp>
        <p:nvSpPr>
          <p:cNvPr id="10" name="Membership 4"/>
          <p:cNvSpPr/>
          <p:nvPr/>
        </p:nvSpPr>
        <p:spPr>
          <a:xfrm>
            <a:off x="502920" y="1234440"/>
            <a:ext cx="11186160" cy="1635760"/>
          </a:xfrm>
          <a:prstGeom prst="rect">
            <a:avLst/>
          </a:prstGeom>
          <a:noFill/>
        </p:spPr>
        <p:txBody>
          <a:bodyPr/>
          <a:lstStyle/>
          <a:p>
            <a:r>
              <a:rPr sz="1600"/>
              <a:t>section: Closing</a:t>
            </a:r>
          </a:p>
          <a:p>
            <a:r>
              <a:rPr sz="1600"/>
              <a:t>custom shows: Short</a:t>
            </a:r>
          </a:p>
          <a:p>
            <a:r>
              <a:rPr sz="1600"/>
              <a:t>p:sldId id="259"  ·  r:id="rId5"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4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a13 sections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