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4294967293" r:id="rId1"/>
  </p:sldMasterIdLst>
  <p:sldIdLst>
    <p:sldId id="2147483647" r:id="rId2"/>
    <p:sldId id="256" r:id="rId3"/>
    <p:sldId id="1073741823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4294967294" r:id="rId1"/>
    <p:sldLayoutId id="4294967295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a39 — this slide is p:sldId id="2147483647"</a:t>
            </a:r>
          </a:p>
        </p:txBody>
      </p:sp>
      <p:sp>
        <p:nvSpPr>
          <p:cNvPr id="10" name="Top of the range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p:sldId id="2147483647"</a:t>
            </a:r>
          </a:p>
          <a:p>
            <a:pPr algn="ctr"/>
            <a:r>
              <a:rPr sz="1100" b="0"/>
              <a:t>the maximum ST_SlideId,</a:t>
            </a:r>
          </a:p>
          <a:p>
            <a:pPr algn="ctr"/>
            <a:r>
              <a:rPr sz="1100" b="0"/>
              <a:t>and the first slide in the deck</a:t>
            </a:r>
          </a:p>
        </p:txBody>
      </p:sp>
      <p:sp>
        <p:nvSpPr>
          <p:cNvPr id="11" name="Order is elements, not ids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p:sldIdLst is a sequence.</a:t>
            </a:r>
          </a:p>
          <a:p>
            <a:pPr algn="ctr"/>
            <a:r>
              <a:rPr sz="1100" b="0"/>
              <a:t>The next slide is id 256.</a:t>
            </a:r>
          </a:p>
          <a:p>
            <a:pPr algn="ctr"/>
            <a:r>
              <a:rPr sz="1100" b="0"/>
              <a:t>Sort by id and this deck plays backwards.</a:t>
            </a:r>
          </a:p>
        </p:txBody>
      </p:sp>
      <p:sp>
        <p:nvSpPr>
          <p:cNvPr id="12" name="Not an index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An id is a label, not a position.</a:t>
            </a:r>
          </a:p>
          <a:p>
            <a:pPr algn="ctr"/>
            <a:r>
              <a:rPr sz="1100" b="0"/>
              <a:t>slides[sldId] reads off the end</a:t>
            </a:r>
          </a:p>
          <a:p>
            <a:pPr algn="ctr"/>
            <a:r>
              <a:rPr sz="1100" b="0"/>
              <a:t>of the array on this very slide.</a:t>
            </a:r>
          </a:p>
        </p:txBody>
      </p:sp>
      <p:sp>
        <p:nvSpPr>
          <p:cNvPr id="13" name="The master above this slide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p:sldMasterId id="4294967293"</a:t>
            </a:r>
          </a:p>
          <a:p>
            <a:pPr algn="ctr"/>
            <a:r>
              <a:rPr sz="1100" b="0"/>
              <a:t>layouts 4294967294 and 4294967295.</a:t>
            </a:r>
          </a:p>
          <a:p>
            <a:pPr algn="ctr"/>
            <a:r>
              <a:rPr sz="1100" b="0"/>
              <a:t>Nothing is left in the space.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a39 — this slide is p:sldId id="256"</a:t>
            </a:r>
          </a:p>
        </p:txBody>
      </p:sp>
      <p:sp>
        <p:nvSpPr>
          <p:cNvPr id="10" name="Bottom of the range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p:sldId id="256"</a:t>
            </a:r>
          </a:p>
          <a:p>
            <a:pPr algn="ctr"/>
            <a:r>
              <a:rPr sz="1100" b="0"/>
              <a:t>the minimum ST_SlideId.</a:t>
            </a:r>
          </a:p>
          <a:p>
            <a:pPr algn="ctr"/>
            <a:r>
              <a:rPr sz="1100" b="0"/>
              <a:t>Not 0, and not 1.</a:t>
            </a:r>
          </a:p>
        </p:txBody>
      </p:sp>
      <p:sp>
        <p:nvSpPr>
          <p:cNvPr id="11" name="What starts at zero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An allocator that numbers from 0</a:t>
            </a:r>
          </a:p>
          <a:p>
            <a:pPr algn="ctr"/>
            <a:r>
              <a:rPr sz="1100" b="0"/>
              <a:t>writes a package no consumer</a:t>
            </a:r>
          </a:p>
          <a:p>
            <a:pPr algn="ctr"/>
            <a:r>
              <a:rPr sz="1100" b="0"/>
              <a:t>has to accept.</a:t>
            </a:r>
          </a:p>
        </p:txBody>
      </p:sp>
      <p:sp>
        <p:nvSpPr>
          <p:cNvPr id="12" name="What starts at max + 1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An allocator that adds one to the highest</a:t>
            </a:r>
          </a:p>
          <a:p>
            <a:pPr algn="ctr"/>
            <a:r>
              <a:rPr sz="1100" b="0"/>
              <a:t>existing id fails on slide 1 of this deck,</a:t>
            </a:r>
          </a:p>
          <a:p>
            <a:pPr algn="ctr"/>
            <a:r>
              <a:rPr sz="1100" b="0"/>
              <a:t>not on the thousandth slide.</a:t>
            </a:r>
          </a:p>
        </p:txBody>
      </p:sp>
      <p:sp>
        <p:nvSpPr>
          <p:cNvPr id="13" name="The same shape ids as slide 1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ids 10 to 13 again, in a different part.</a:t>
            </a:r>
          </a:p>
          <a:p>
            <a:pPr algn="ctr"/>
            <a:r>
              <a:rPr sz="1100" b="0"/>
              <a:t>Correct: p:cNvPr is unique within a part.</a:t>
            </a:r>
          </a:p>
          <a:p>
            <a:pPr algn="ctr"/>
            <a:r>
              <a:rPr sz="1100" b="0"/>
              <a:t>A package-wide registry is the bug.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a39 — shape ids at the top of their own space</a:t>
            </a:r>
          </a:p>
        </p:txBody>
      </p:sp>
      <p:sp>
        <p:nvSpPr>
          <p:cNvPr id="3" name="A very small id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p:cNvPr id="3"</a:t>
            </a:r>
          </a:p>
          <a:p>
            <a:pPr algn="ctr"/>
            <a:r>
              <a:rPr sz="1100" b="0"/>
              <a:t>beside the largest one there is,</a:t>
            </a:r>
          </a:p>
          <a:p>
            <a:pPr algn="ctr"/>
            <a:r>
              <a:rPr sz="1100" b="0"/>
              <a:t>in the same p:spTree</a:t>
            </a:r>
          </a:p>
        </p:txBody>
      </p:sp>
      <p:sp>
        <p:nvSpPr>
          <p:cNvPr id="2147483647" name="The largest id PowerPoint accepts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p:cNvPr id="2147483647"</a:t>
            </a:r>
          </a:p>
          <a:p>
            <a:pPr algn="ctr"/>
            <a:r>
              <a:rPr sz="1100" b="0"/>
              <a:t>INT32_MAX, measured — not the</a:t>
            </a:r>
          </a:p>
          <a:p>
            <a:pPr algn="ctr"/>
            <a:r>
              <a:rPr sz="1100" b="0"/>
              <a:t>xsd:unsignedInt maximum the schema says</a:t>
            </a:r>
          </a:p>
        </p:txBody>
      </p:sp>
      <p:sp>
        <p:nvSpPr>
          <p:cNvPr id="4294967295" name="The sentinel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p:cNvPr id="4294967295"</a:t>
            </a:r>
          </a:p>
          <a:p>
            <a:pPr algn="ctr"/>
            <a:r>
              <a:rPr sz="1100" b="0"/>
              <a:t>accepted, while every value from</a:t>
            </a:r>
          </a:p>
          <a:p>
            <a:pPr algn="ctr"/>
            <a:r>
              <a:rPr sz="1100" b="0"/>
              <a:t>2147483648 to 4294967294 is refused</a:t>
            </a:r>
          </a:p>
        </p:txBody>
      </p:sp>
      <p:sp>
        <p:nvSpPr>
          <p:cNvPr id="10" name="And an ordinary one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p:cNvPr id="10"</a:t>
            </a:r>
          </a:p>
          <a:p>
            <a:pPr algn="ctr"/>
            <a:r>
              <a:rPr sz="1100" b="0"/>
              <a:t>Three ids, one part, no ordering</a:t>
            </a:r>
          </a:p>
          <a:p>
            <a:pPr algn="ctr"/>
            <a:r>
              <a:rPr sz="1100" b="0"/>
              <a:t>and no contiguity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a39 large ids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