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himetric"/>
          <inkml:channel name="Y" type="integer" max="32767" units="himetric"/>
          <inkml:channel name="F" type="integer" max="32767" units="dev"/>
        </inkml:traceFormat>
        <inkml:channelProperties>
          <inkml:channelProperty channel="X" name="resolution" value="1" units="1/himetric"/>
          <inkml:channelProperty channel="Y" name="resolution" value="1" units="1/himetric"/>
          <inkml:channelProperty channel="F" name="resolution" value="1" units="1/dev"/>
        </inkml:channelProperties>
      </inkml:inkSource>
      <inkml:brush xml:id="br0">
        <inkml:brushProperty name="width" value="105" units="himetric"/>
        <inkml:brushProperty name="height" value="105" units="himetric"/>
        <inkml:brushProperty name="color" value="#C00000"/>
        <inkml:brushProperty name="ignorePressure" value="0"/>
      </inkml:brush>
      <inkml:brush xml:id="br1">
        <inkml:brushProperty name="width" value="210" units="himetric"/>
        <inkml:brushProperty name="height" value="210" units="himetric"/>
        <inkml:brushProperty name="color" value="#0070C0"/>
        <inkml:brushProperty name="ignorePressure" value="0"/>
      </inkml:brush>
    </inkml:context>
  </inkml:definitions>
  <inkml:trace contextRef="#ctx0" brushRef="#br0">1000 3000 800, 1400 2400 900, 1900 2000 1000, 2500 1900 1000, 3100 2100 900, 3600 2600 800, 3900 3200 700</inkml:trace>
  <inkml:trace contextRef="#ctx0" brushRef="#br1">1000 4200 800, '400 '-300 '100, '500 '-200 '100, '600 '-100 '0, '600 '200 '-100, '500 '500 '-100, '300 '600 '-100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himetric"/>
          <inkml:channel name="Y" type="integer" max="32767" units="himetric"/>
          <inkml:channel name="F" type="integer" max="32767" units="dev"/>
        </inkml:traceFormat>
        <inkml:channelProperties>
          <inkml:channelProperty channel="X" name="resolution" value="1" units="1/himetric"/>
          <inkml:channelProperty channel="Y" name="resolution" value="1" units="1/himetric"/>
          <inkml:channelProperty channel="F" name="resolution" value="1" units="1/dev"/>
        </inkml:channelProperties>
      </inkml:inkSource>
      <inkml:brush xml:id="br0">
        <inkml:brushProperty name="width" value="105" units="himetric"/>
        <inkml:brushProperty name="height" value="105" units="himetric"/>
        <inkml:brushProperty name="color" value="#7030A0"/>
        <inkml:brushProperty name="ignorePressure" value="0"/>
      </inkml:brush>
    </inkml:context>
  </inkml:definitions>
  <inkml:trace contextRef="#ctx0" brushRef="#br0">500 500 900, 4000 500 900, 4000 2500 900, 500 2500 900, 500 500 900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himetric"/>
          <inkml:channel name="Y" type="integer" max="32767" units="himetric"/>
          <inkml:channel name="F" type="integer" max="32767" units="dev"/>
        </inkml:traceFormat>
        <inkml:channelProperties>
          <inkml:channelProperty channel="X" name="resolution" value="1" units="1/himetric"/>
          <inkml:channelProperty channel="Y" name="resolution" value="1" units="1/himetric"/>
          <inkml:channelProperty channel="F" name="resolution" value="1" units="1/dev"/>
        </inkml:channelProperties>
      </inkml:inkSource>
      <inkml:brush xml:id="br0">
        <inkml:brushProperty name="width" value="105" units="himetric"/>
        <inkml:brushProperty name="height" value="105" units="himetric"/>
        <inkml:brushProperty name="color" value="#538135"/>
        <inkml:brushProperty name="ignorePressure" value="0"/>
      </inkml:brush>
      <inkml:brush xml:id="br1">
        <inkml:brushProperty name="width" value="53" units="himetric"/>
        <inkml:brushProperty name="height" value="53" units="himetric"/>
        <inkml:brushProperty name="color" value="#BF8F00"/>
        <inkml:brushProperty name="ignorePressure" value="0"/>
      </inkml:brush>
    </inkml:context>
  </inkml:definitions>
  <inkml:traceGroup xml:id="tg0">
    <inkml:annotation type="writingRegion">corpus</inkml:annotation>
    <inkml:annotationXML type="text" encoding="text">corpus</inkml:annotationXML>
    <inkml:trace contextRef="#ctx0" brushRef="#br0" xml:id="t0">600 2200 900, 900 1900 900, 1300 1900 900, 1500 2200 900</inkml:trace>
    <inkml:trace contextRef="#ctx0" brushRef="#br0" xml:id="t1">1800 1900 900, 1800 2500 900</inkml:trace>
  </inkml:traceGroup>
  <inkml:trace contextRef="#ctx0" brushRef="#br1" xml:id="t2">600 2900 700, 3800 2900 700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0/relationships/customXml" Target="../ink/ink1.xml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0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0/relationships/customXml" Target="../ink/ink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a27 — a content part, and the picture of it underneath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r:id="rId2" p14:bwMode="auto">
            <p14:nvContentPartPr>
              <p14:cNvPr id="10" name="Ink 1"/>
              <p14:cNvContentPartPr>
                <a14:cpLocks xmlns:a14="http://schemas.microsoft.com/office/drawing/2010/main" noRot="1" noChangeAspect="1" noMove="1" noResize="1" noEditPoints="1" noAdjustHandles="1" noChangeArrowheads="1" noChangeShapeType="1"/>
              </p14:cNvContentPartPr>
              <p14:nvPr/>
            </p14:nvContentPartPr>
            <p14:xfrm xmlns:a="http://schemas.openxmlformats.org/drawingml/2006/main">
              <a:off x="914400" y="1600200"/>
              <a:ext cx="4572000" cy="3048000"/>
            </p14:xfrm>
          </p:contentPart>
        </mc:Choice>
        <mc:Fallback>
          <p:pic>
            <p:nvPicPr>
              <p:cNvPr id="10" name="Ink 1" descr="A raster of the ink strokes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4400" y="1600200"/>
                <a:ext cx="4572000" cy="30480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Caption"/>
          <p:cNvSpPr/>
          <p:nvPr/>
        </p:nvSpPr>
        <p:spPr>
          <a:xfrm>
            <a:off x="5943600" y="1600200"/>
            <a:ext cx="5562600" cy="3048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300"/>
              <a:t>p14:nvContentPartPr mirrors nvSpPr - cNvPr, locks, nvPr - in p14.</a:t>
            </a:r>
          </a:p>
          <a:p>
            <a:r>
              <a:rPr sz="1300"/>
              <a:t>The transform is p14:xfrm: a third namespace holding a:off and a:ext.</a:t>
            </a:r>
          </a:p>
          <a:p>
            <a:r>
              <a:rPr sz="1300"/>
              <a:t>The fallback is an ordinary p:pic, so a reader that discards the</a:t>
            </a:r>
          </a:p>
          <a:p>
            <a:r>
              <a:rPr sz="1300"/>
              <a:t>Choice still shows the strokes, flattened and unselectable.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a27 — the whole of p:contentPart, as ECMA-376 defines it</a:t>
            </a:r>
          </a:p>
        </p:txBody>
      </p:sp>
      <p:contentPart xmlns:r="http://schemas.openxmlformats.org/officeDocument/2006/relationships" r:id="rId2"/>
      <p:sp>
        <p:nvSpPr>
          <p:cNvPr id="10" name="Caption"/>
          <p:cNvSpPr/>
          <p:nvPr/>
        </p:nvSpPr>
        <p:spPr>
          <a:xfrm>
            <a:off x="5943600" y="1600200"/>
            <a:ext cx="5562600" cy="3048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300"/>
              <a:t>CT_Rel is one attribute. No position, no size, no name, no locks.</a:t>
            </a:r>
          </a:p>
          <a:p>
            <a:r>
              <a:rPr sz="1300"/>
              <a:t>Everything else is p14 extension markup on an element the schema</a:t>
            </a:r>
          </a:p>
          <a:p>
            <a:r>
              <a:rPr sz="1300"/>
              <a:t>says is empty - which is legal, and is why a strict reader that</a:t>
            </a:r>
          </a:p>
          <a:p>
            <a:r>
              <a:rPr sz="1300"/>
              <a:t>refuses unknown children cannot render ink at all.</a:t>
            </a:r>
          </a:p>
          <a:p>
            <a:r>
              <a:rPr sz="1300"/>
              <a:t>Where does this draw? Nothing in the package says. That is the 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a27 — traces grouped, annotated, and drawn with two brushes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r:id="rId2" p14:bwMode="auto">
            <p14:nvContentPartPr>
              <p14:cNvPr id="10" name="Ink 3"/>
              <p14:cNvContentPartPr>
                <a14:cpLocks xmlns:a14="http://schemas.microsoft.com/office/drawing/2010/main" noRot="1" noChangeAspect="1" noMove="1" noResize="1" noEditPoints="1" noAdjustHandles="1" noChangeArrowheads="1" noChangeShapeType="1"/>
              </p14:cNvContentPartPr>
              <p14:nvPr/>
            </p14:nvContentPartPr>
            <p14:xfrm xmlns:a="http://schemas.openxmlformats.org/drawingml/2006/main">
              <a:off x="914400" y="1600200"/>
              <a:ext cx="4572000" cy="3048000"/>
            </p14:xfrm>
          </p:contentPart>
        </mc:Choice>
      </mc:AlternateContent>
      <p:sp>
        <p:nvSpPr>
          <p:cNvPr id="11" name="Caption"/>
          <p:cNvSpPr/>
          <p:nvPr/>
        </p:nvSpPr>
        <p:spPr>
          <a:xfrm>
            <a:off x="5943600" y="1600200"/>
            <a:ext cx="5562600" cy="3048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300"/>
              <a:t>inkml:traceGroup collects the strokes a recogniser read as one word,</a:t>
            </a:r>
          </a:p>
          <a:p>
            <a:r>
              <a:rPr sz="1300"/>
              <a:t>and inkml:annotationXML carries what it decided they said.</a:t>
            </a:r>
          </a:p>
          <a:p>
            <a:r>
              <a:rPr sz="1300"/>
              <a:t>Two brushes, so @brushRef has to be read per trace.</a:t>
            </a:r>
          </a:p>
          <a:p>
            <a:r>
              <a:rPr sz="1300"/>
              <a:t>This switch has no mc:Fallback, which is legal: it means a reader</a:t>
            </a:r>
          </a:p>
          <a:p>
            <a:r>
              <a:rPr sz="1300"/>
              <a:t>that cannot do p14 should draw nothing rather than something wrong.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a27 ink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