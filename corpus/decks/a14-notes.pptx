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</p:spPr>
        <p:txBody>
          <a:bodyPr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</p:spPr>
        <p:txBody>
          <a:bodyPr/>
          <a:lstStyle>
            <a:lvl1pPr algn="r">
              <a:defRPr sz="1200"/>
            </a:lvl1pPr>
          </a:lstStyle>
          <a:p>
            <a:fld id="{9D27F4B6-1A83-4E70-8F55-2C6B0E419A73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</p:spPr>
        <p:txBody>
          <a:bodyPr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</p:spPr>
        <p:txBody>
          <a:bodyPr/>
          <a:lstStyle>
            <a:lvl1pPr algn="r">
              <a:defRPr sz="1200"/>
            </a:lvl1pPr>
          </a:lstStyle>
          <a:p>
            <a:fld id="{C8E15A30-46D9-4B27-A0F3-71E5D2860C1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1" ftr="0" dt="1" sldNum="1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</p:spPr>
        <p:txBody>
          <a:bodyPr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</p:spPr>
        <p:txBody>
          <a:bodyPr/>
          <a:lstStyle>
            <a:lvl1pPr algn="r">
              <a:defRPr sz="1200"/>
            </a:lvl1pPr>
          </a:lstStyle>
          <a:p>
            <a:fld id="{3A1F7C08-5E62-4D91-B4A7-0C93E518D2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Slide Image Placeholder 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Notes Placeholder 6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</p:spPr>
        <p:txBody>
          <a:bodyPr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</p:spPr>
        <p:txBody>
          <a:bodyPr/>
          <a:lstStyle>
            <a:lvl1pPr algn="r">
              <a:defRPr sz="1200"/>
            </a:lvl1pPr>
          </a:lstStyle>
          <a:p>
            <a:fld id="{6B4E29D1-7F30-4A85-9C12-58D0A7E36F4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1" ftr="1" dt="1" sldNum="1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Speaker notes for slide 1, on the placeholder PowerPoint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0C83A-9B47-42D5-8E01-3A7C9146B5E8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 sz="1200"/>
              <a:t>hdr — refused on a slide layout, legal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C7B0E52-D318-4A96-B72F-05E8A3D14C60}" type="datetime1">
              <a:rPr lang="en-GB" smtClean="0"/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sldImg — the other refused type, also legal here.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 sz="1200"/>
              <a:t>a14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3D5170-2A64-4B08-9F5C-6D01B472E3A9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notes page is a sheet, so it can hold shapes as well.</a:t>
            </a:r>
          </a:p>
        </p:txBody>
      </p:sp>
      <p:sp>
        <p:nvSpPr>
          <p:cNvPr id="3" name="Ordinary shape on a notes page"/>
          <p:cNvSpPr/>
          <p:nvPr/>
        </p:nvSpPr>
        <p:spPr>
          <a:xfrm>
            <a:off x="685800" y="1143000"/>
            <a:ext cx="5486400" cy="914400"/>
          </a:xfrm>
          <a:prstGeom prst="rect">
            <a:avLst/>
          </a:prstGeom>
          <a:noFill/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Ordinary shape on a notes page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a14 — the notes page PowerPoint writes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a14 — every notes-family placeholder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a14 — a notes page with a shape on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ppt/theme/theme2.xml><?xml version="1.0" encoding="utf-8"?>
<a:theme xmlns:a="http://schemas.openxmlformats.org/drawingml/2006/main" name="PPTX Studio Corpus Notes">
  <a:themeElements>
    <a:clrScheme name="PPTX Studio Corpus Note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 Not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 Not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ppt/theme/theme3.xml><?xml version="1.0" encoding="utf-8"?>
<a:theme xmlns:a="http://schemas.openxmlformats.org/drawingml/2006/main" name="PPTX Studio Corpus Handout">
  <a:themeElements>
    <a:clrScheme name="PPTX Studio Corpus Handou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 Handou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 Handou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a14 notes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