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7375"/>
            <a:ext cx="9144000" cy="23876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4988"/>
            <a:ext cx="9144000" cy="1655762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ntent Ty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Content Placeholder 1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type="obj" idx="2"/>
          </p:nvPr>
        </p:nvSpPr>
        <p:spPr>
          <a:xfrm>
            <a:off x="3352800" y="11887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Content Placeholder 3"/>
          <p:cNvSpPr>
            <a:spLocks noGrp="1"/>
          </p:cNvSpPr>
          <p:nvPr>
            <p:ph type="chart" idx="3"/>
          </p:nvPr>
        </p:nvSpPr>
        <p:spPr>
          <a:xfrm>
            <a:off x="6248400" y="11887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Content Placeholder 4"/>
          <p:cNvSpPr>
            <a:spLocks noGrp="1"/>
          </p:cNvSpPr>
          <p:nvPr>
            <p:ph type="tbl" idx="4"/>
          </p:nvPr>
        </p:nvSpPr>
        <p:spPr>
          <a:xfrm>
            <a:off x="9144000" y="11887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Content Placeholder 5"/>
          <p:cNvSpPr>
            <a:spLocks noGrp="1"/>
          </p:cNvSpPr>
          <p:nvPr>
            <p:ph type="clipArt" idx="5"/>
          </p:nvPr>
        </p:nvSpPr>
        <p:spPr>
          <a:xfrm>
            <a:off x="457200" y="36271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type="dgm" idx="6"/>
          </p:nvPr>
        </p:nvSpPr>
        <p:spPr>
          <a:xfrm>
            <a:off x="3352800" y="36271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Content Placeholder 7"/>
          <p:cNvSpPr>
            <a:spLocks noGrp="1"/>
          </p:cNvSpPr>
          <p:nvPr>
            <p:ph type="media" idx="7"/>
          </p:nvPr>
        </p:nvSpPr>
        <p:spPr>
          <a:xfrm>
            <a:off x="6248400" y="3627120"/>
            <a:ext cx="2743200" cy="2286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Content Placeholder 8"/>
          <p:cNvSpPr>
            <a:spLocks noGrp="1"/>
          </p:cNvSpPr>
          <p:nvPr>
            <p:ph type="pic" idx="8"/>
          </p:nvPr>
        </p:nvSpPr>
        <p:spPr>
          <a:xfrm>
            <a:off x="9144000" y="3627120"/>
            <a:ext cx="2743200" cy="228600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atcher 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7600" cy="4114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hf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1" hdr="0" ftr="1" dt="1"/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a02 — centred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Subtitle, inheriting its box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a02 — the eight content types</a:t>
            </a:r>
          </a:p>
        </p:txBody>
      </p:sp>
      <p:sp>
        <p:nvSpPr>
          <p:cNvPr id="10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type="body" idx="1"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type="obj" idx="2"/>
          </p:nvPr>
        </p:nvSpPr>
        <p:spPr/>
        <p:txBody>
          <a:bodyPr/>
          <a:lstStyle/>
          <a:p>
            <a:r>
              <a:rPr/>
              <a:t>type="obj" idx="2"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type="chart" idx="3"/>
          </p:nvPr>
        </p:nvSpPr>
        <p:spPr/>
        <p:txBody>
          <a:bodyPr/>
          <a:lstStyle/>
          <a:p>
            <a:r>
              <a:rPr/>
              <a:t>type="chart" idx="3"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type="tbl" idx="4"/>
          </p:nvPr>
        </p:nvSpPr>
        <p:spPr/>
        <p:txBody>
          <a:bodyPr/>
          <a:lstStyle/>
          <a:p>
            <a:r>
              <a:rPr/>
              <a:t>type="tbl" idx="4"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type="clipArt" idx="5"/>
          </p:nvPr>
        </p:nvSpPr>
        <p:spPr/>
        <p:txBody>
          <a:bodyPr/>
          <a:lstStyle/>
          <a:p>
            <a:r>
              <a:rPr/>
              <a:t>type="clipArt" idx="5"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type="dgm" idx="6"/>
          </p:nvPr>
        </p:nvSpPr>
        <p:spPr/>
        <p:txBody>
          <a:bodyPr/>
          <a:lstStyle/>
          <a:p>
            <a:r>
              <a:rPr/>
              <a:t>type="dgm" idx="6"</a:t>
            </a:r>
          </a:p>
        </p:txBody>
      </p:sp>
      <p:sp>
        <p:nvSpPr>
          <p:cNvPr id="16" name="Content Placeholder 7"/>
          <p:cNvSpPr>
            <a:spLocks noGrp="1"/>
          </p:cNvSpPr>
          <p:nvPr>
            <p:ph type="media" idx="7"/>
          </p:nvPr>
        </p:nvSpPr>
        <p:spPr/>
        <p:txBody>
          <a:bodyPr/>
          <a:lstStyle/>
          <a:p>
            <a:r>
              <a:rPr/>
              <a:t>type="media" idx="7"</a:t>
            </a:r>
          </a:p>
        </p:txBody>
      </p:sp>
      <p:sp>
        <p:nvSpPr>
          <p:cNvPr id="17" name="Content Placeholder 8"/>
          <p:cNvSpPr>
            <a:spLocks noGrp="1"/>
          </p:cNvSpPr>
          <p:nvPr>
            <p:ph type="pic" idx="8"/>
          </p:nvPr>
        </p:nvSpPr>
        <p:spPr/>
        <p:txBody>
          <a:bodyPr/>
          <a:lstStyle/>
          <a:p>
            <a:r>
              <a:rPr/>
              <a:t>type="pic" idx="8"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idx="9"/>
          </p:nvPr>
        </p:nvSpPr>
        <p:spPr/>
        <p:txBody>
          <a:bodyPr/>
          <a:lstStyle/>
          <a:p>
            <a:r>
              <a:rPr/>
              <a:t>a02 — matcher cases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tier 1 — body idx 1 matches body idx 1 exactly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idx="99"/>
          </p:nvPr>
        </p:nvSpPr>
        <p:spPr/>
        <p:txBody>
          <a:bodyPr/>
          <a:lstStyle/>
          <a:p>
            <a:r>
              <a:rPr/>
              <a:t>3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rPr/>
              <a:t>tier 4 — body idx 5 falls back to the only body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idx="42"/>
          </p:nvPr>
        </p:nvSpPr>
        <p:spPr>
          <a:xfrm>
            <a:off x="457200" y="5486400"/>
            <a:ext cx="5334000" cy="685800"/>
          </a:xfrm>
        </p:spPr>
        <p:txBody>
          <a:bodyPr/>
          <a:lstStyle/>
          <a:p>
            <a:r>
              <a:rPr/>
              <a:t>tier 5 — pic idx 42 is an orphan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a02 placeholders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