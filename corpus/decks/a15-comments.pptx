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authors.xml" ContentType="application/vnd.ms-powerpoint.authors+xml"/>
  <Override PartName="/ppt/comments/modernComment_257_4A8498BC.xml" ContentType="application/vnd.ms-powerpoint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="http://schemas.openxmlformats.org/presentationml/2006/main" xmlns:p188="http://schemas.microsoft.com/office/powerpoint/2018/8/main">
  <p188:author id="{0D4E7A21-93C5-4F86-B107-52E8D3A9146B}" name="Corpus Reviewer" initials="CR" userId="Corpus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orpus Reviewer" initials="CR" lastIdx="2" clrIdx="0"/>
  <p:cmAuthor id="2" name="Corpus Second Reader" initials="CS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commentAuthors" Target="commentAuthors.xml"/><Relationship Id="rId10" Type="http://schemas.microsoft.com/office/2018/10/relationships/authors" Target="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7T09:00:00.000" idx="1">
    <p:pos x="1704" y="1029"/>
    <p:text>A p:cm from the first author, pinned to a point rather than to a shape.</p:text>
  </p:cm>
  <p:cm authorId="2" dt="2026-08-27T09:00:00.000" idx="1">
    <p:pos x="4820" y="1029"/>
    <p:text>A second author on the same slide, with its own clrIdx.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27T09:00:00.000" idx="2">
    <p:pos x="1704" y="1029"/>
    <p:text>The classic form and the 2018 form, on one slide.</p:text>
  </p:cm>
</p:cmLst>
</file>

<file path=ppt/comments/modernComment_257_4A8498BC.xml><?xml version="1.0" encoding="utf-8"?>
<p188:cmLst xmlns:a="http://schemas.openxmlformats.org/drawingml/2006/main" xmlns:r="http://schemas.openxmlformats.org/officeDocument/2006/relationships" xmlns:p="http://schemas.openxmlformats.org/presentationml/2006/main" xmlns:p188="http://schemas.microsoft.com/office/powerpoint/2018/8/main">
  <p188:cm id="{5C0A93B7-6E41-4D28-8B95-7F320A61D4E8}" authorId="{0D4E7A21-93C5-4F86-B107-52E8D3A9146B}" created="2026-08-27T09:05:00.000">
    <pc:sldMkLst xmlns:pc="http://schemas.microsoft.com/office/powerpoint/2013/main/command">
      <pc:docMk/>
      <pc:sldMk cId="1500000002" sldId="257"/>
    </pc:sldMkLst>
    <p188:pos x="4572000" y="2286000"/>
    <p188:txBody>
      <a:bodyPr/>
      <a:lstStyle/>
      <a:p>
        <a:r>
          <a:rPr lang="en-GB"/>
          <a:t>The 2018 comment format, on slide 2.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2.xml"/><Relationship Id="rId3" Type="http://schemas.microsoft.com/office/2018/10/relationships/comments" Target="../comments/modernComment_257_4A8498BC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a15 — two classic comments, two authors</a:t>
            </a:r>
          </a:p>
        </p:txBody>
      </p:sp>
      <p:sp>
        <p:nvSpPr>
          <p:cNvPr id="10" name="Caption 10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ppt/comments/comment1.xml holds two p:cm elements,</a:t>
            </a:r>
          </a:p>
          <a:p>
            <a:r>
              <a:rPr sz="1600"/>
              <a:t>one per author, each with a p:pos and no shape.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a15 — the classic form and the 2018 form together</a:t>
            </a:r>
          </a:p>
        </p:txBody>
      </p:sp>
      <p:sp>
        <p:nvSpPr>
          <p:cNvPr id="10" name="Caption 10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comment2.xml is a p:cmLst; modernComment_257_4A8498BC.xml is a p188:cmLst.</a:t>
            </a:r>
          </a:p>
          <a:p>
            <a:r>
              <a:rPr sz="1600"/>
              <a:t>Only the first is what the census counts.</a:t>
            </a:r>
          </a:p>
        </p:txBody>
      </p:sp>
    </p:spTree>
    <p:extLst>
      <p:ext uri="{BB962C8B-B14F-4D97-AF65-F5344CB8AC3E}">
        <p14:creationId xmlns:p14="http://schemas.microsoft.com/office/powerpoint/2010/main" val="15000000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a15 — a slide with no comments at all</a:t>
            </a:r>
          </a:p>
        </p:txBody>
      </p:sp>
      <p:sp>
        <p:nvSpPr>
          <p:cNvPr id="10" name="Caption 10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No comment relationship and no comment part.</a:t>
            </a:r>
          </a:p>
          <a:p>
            <a:r>
              <a:rPr sz="1600"/>
              <a:t>An author list with nothing pointing at it is still reachable</a:t>
            </a:r>
          </a:p>
          <a:p>
            <a:r>
              <a:rPr sz="1600"/>
              <a:t>from the presentation, which is why it is not an orphan.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a15 comments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