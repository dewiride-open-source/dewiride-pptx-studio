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AA6F5F-69ED-46F2-9A2E-7EBAD279AA3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30CF3CC2-09A7-498A-A84C-3A63B345D038}">
      <dgm:prSet phldrT="[Text]"/>
      <dgm:spPr/>
      <dgm:t>
        <a:bodyPr/>
        <a:lstStyle/>
        <a:p>
          <a:r>
            <a:rPr lang="en-GB"/>
            <a:t>Parse</a:t>
          </a:r>
        </a:p>
      </dgm:t>
    </dgm:pt>
    <dgm:pt modelId="{DDD4C78F-253E-4C98-9251-AE19EF14FD0C}" type="parTrans" cxnId="{26B7DBC3-D671-48C2-866A-860CE40B2829}">
      <dgm:prSet/>
      <dgm:spPr/>
      <dgm:t>
        <a:bodyPr/>
        <a:lstStyle/>
        <a:p>
          <a:endParaRPr lang="en-GB"/>
        </a:p>
      </dgm:t>
    </dgm:pt>
    <dgm:pt modelId="{2A3C321A-EC19-40D2-836E-A147765C09D5}" type="sibTrans" cxnId="{26B7DBC3-D671-48C2-866A-860CE40B2829}">
      <dgm:prSet/>
      <dgm:spPr/>
      <dgm:t>
        <a:bodyPr/>
        <a:lstStyle/>
        <a:p>
          <a:endParaRPr lang="en-GB"/>
        </a:p>
      </dgm:t>
    </dgm:pt>
    <dgm:pt modelId="{CF493E2B-C32E-45E0-A157-B5DBDA93D192}">
      <dgm:prSet phldrT="[Text]"/>
      <dgm:spPr/>
      <dgm:t>
        <a:bodyPr/>
        <a:lstStyle/>
        <a:p>
          <a:r>
            <a:rPr lang="en-GB"/>
            <a:t>Resolve</a:t>
          </a:r>
        </a:p>
      </dgm:t>
    </dgm:pt>
    <dgm:pt modelId="{7D0FDD72-9598-4D47-A4A0-B359B018CEDF}" type="parTrans" cxnId="{637615D7-2108-4B58-9F1E-2C0B1F5D9A44}">
      <dgm:prSet/>
      <dgm:spPr/>
      <dgm:t>
        <a:bodyPr/>
        <a:lstStyle/>
        <a:p>
          <a:endParaRPr lang="en-GB"/>
        </a:p>
      </dgm:t>
    </dgm:pt>
    <dgm:pt modelId="{4F8B7A32-CE47-4E5A-9B3C-7B0E86D6E9E7}" type="sibTrans" cxnId="{637615D7-2108-4B58-9F1E-2C0B1F5D9A44}">
      <dgm:prSet/>
      <dgm:spPr/>
      <dgm:t>
        <a:bodyPr/>
        <a:lstStyle/>
        <a:p>
          <a:endParaRPr lang="en-GB"/>
        </a:p>
      </dgm:t>
    </dgm:pt>
    <dgm:pt modelId="{1CAF74B3-2B84-4A08-9F5F-9E8BD0F0E9B1}">
      <dgm:prSet phldrT="[Text]"/>
      <dgm:spPr/>
      <dgm:t>
        <a:bodyPr/>
        <a:lstStyle/>
        <a:p>
          <a:r>
            <a:rPr lang="en-GB"/>
            <a:t>Render</a:t>
          </a:r>
        </a:p>
      </dgm:t>
    </dgm:pt>
    <dgm:pt modelId="{9B0A9A0C-4B7C-4B8D-8A45-1B96F0E1C93A}" type="parTrans" cxnId="{B1F2C3D4-5E6F-4A7B-8C9D-0E1F2A3B4C5D}">
      <dgm:prSet/>
      <dgm:spPr/>
      <dgm:t>
        <a:bodyPr/>
        <a:lstStyle/>
        <a:p>
          <a:endParaRPr lang="en-GB"/>
        </a:p>
      </dgm:t>
    </dgm:pt>
    <dgm:pt modelId="{6D2E38A1-93C7-4A2E-B2D1-8C3A5F0E4B77}" type="sibTrans" cxnId="{B1F2C3D4-5E6F-4A7B-8C9D-0E1F2A3B4C5D}">
      <dgm:prSet/>
      <dgm:spPr/>
      <dgm:t>
        <a:bodyPr/>
        <a:lstStyle/>
        <a:p>
          <a:endParaRPr lang="en-GB"/>
        </a:p>
      </dgm:t>
    </dgm:pt>
  </dgm:ptLst>
  <dgm:cxnLst>
    <dgm:cxn modelId="{26B7DBC3-D671-48C2-866A-860CE40B2829}" srcId="{D0AA6F5F-69ED-46F2-9A2E-7EBAD279AA3C}" destId="{30CF3CC2-09A7-498A-A84C-3A63B345D038}" srcOrd="0" destOrd="0" parTransId="{DDD4C78F-253E-4C98-9251-AE19EF14FD0C}" sibTransId="{2A3C321A-EC19-40D2-836E-A147765C09D5}"/>
    <dgm:cxn modelId="{637615D7-2108-4B58-9F1E-2C0B1F5D9A44}" srcId="{D0AA6F5F-69ED-46F2-9A2E-7EBAD279AA3C}" destId="{CF493E2B-C32E-45E0-A157-B5DBDA93D192}" srcOrd="1" destOrd="0" parTransId="{7D0FDD72-9598-4D47-A4A0-B359B018CEDF}" sibTransId="{4F8B7A32-CE47-4E5A-9B3C-7B0E86D6E9E7}"/>
    <dgm:cxn modelId="{B1F2C3D4-5E6F-4A7B-8C9D-0E1F2A3B4C5D}" srcId="{D0AA6F5F-69ED-46F2-9A2E-7EBAD279AA3C}" destId="{1CAF74B3-2B84-4A08-9F5F-9E8BD0F0E9B1}" srcOrd="2" destOrd="0" parTransId="{9B0A9A0C-4B7C-4B8D-8A45-1B96F0E1C93A}" sibTransId="{6D2E38A1-93C7-4A2E-B2D1-8C3A5F0E4B77}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AA6F5F-69ED-46F2-9A2E-7EBAD279AA3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30CF3CC2-09A7-498A-A84C-3A63B345D038}">
      <dgm:prSet phldrT="[Text]"/>
      <dgm:spPr/>
      <dgm:t>
        <a:bodyPr/>
        <a:lstStyle/>
        <a:p>
          <a:r>
            <a:rPr lang="en-GB"/>
            <a:t>Empty</a:t>
          </a:r>
        </a:p>
      </dgm:t>
    </dgm:pt>
    <dgm:pt modelId="{DDD4C78F-253E-4C98-9251-AE19EF14FD0C}" type="parTrans" cxnId="{26B7DBC3-D671-48C2-866A-860CE40B2829}">
      <dgm:prSet/>
      <dgm:spPr/>
      <dgm:t>
        <a:bodyPr/>
        <a:lstStyle/>
        <a:p>
          <a:endParaRPr lang="en-GB"/>
        </a:p>
      </dgm:t>
    </dgm:pt>
    <dgm:pt modelId="{2A3C321A-EC19-40D2-836E-A147765C09D5}" type="sibTrans" cxnId="{26B7DBC3-D671-48C2-866A-860CE40B2829}">
      <dgm:prSet/>
      <dgm:spPr/>
      <dgm:t>
        <a:bodyPr/>
        <a:lstStyle/>
        <a:p>
          <a:endParaRPr lang="en-GB"/>
        </a:p>
      </dgm:t>
    </dgm:pt>
    <dgm:pt modelId="{CF493E2B-C32E-45E0-A157-B5DBDA93D192}">
      <dgm:prSet phldrT="[Text]"/>
      <dgm:spPr/>
      <dgm:t>
        <a:bodyPr/>
        <a:lstStyle/>
        <a:p>
          <a:r>
            <a:rPr lang="en-GB"/>
            <a:t>Fallback</a:t>
          </a:r>
        </a:p>
      </dgm:t>
    </dgm:pt>
    <dgm:pt modelId="{7D0FDD72-9598-4D47-A4A0-B359B018CEDF}" type="parTrans" cxnId="{637615D7-2108-4B58-9F1E-2C0B1F5D9A44}">
      <dgm:prSet/>
      <dgm:spPr/>
      <dgm:t>
        <a:bodyPr/>
        <a:lstStyle/>
        <a:p>
          <a:endParaRPr lang="en-GB"/>
        </a:p>
      </dgm:t>
    </dgm:pt>
    <dgm:pt modelId="{4F8B7A32-CE47-4E5A-9B3C-7B0E86D6E9E7}" type="sibTrans" cxnId="{637615D7-2108-4B58-9F1E-2C0B1F5D9A44}">
      <dgm:prSet/>
      <dgm:spPr/>
      <dgm:t>
        <a:bodyPr/>
        <a:lstStyle/>
        <a:p>
          <a:endParaRPr lang="en-GB"/>
        </a:p>
      </dgm:t>
    </dgm:pt>
  </dgm:ptLst>
  <dgm:cxnLst>
    <dgm:cxn modelId="{26B7DBC3-D671-48C2-866A-860CE40B2829}" srcId="{D0AA6F5F-69ED-46F2-9A2E-7EBAD279AA3C}" destId="{30CF3CC2-09A7-498A-A84C-3A63B345D038}" srcOrd="0" destOrd="0" parTransId="{DDD4C78F-253E-4C98-9251-AE19EF14FD0C}" sibTransId="{2A3C321A-EC19-40D2-836E-A147765C09D5}"/>
    <dgm:cxn modelId="{637615D7-2108-4B58-9F1E-2C0B1F5D9A44}" srcId="{D0AA6F5F-69ED-46F2-9A2E-7EBAD279AA3C}" destId="{CF493E2B-C32E-45E0-A157-B5DBDA93D192}" srcOrd="1" destOrd="0" parTransId="{7D0FDD72-9598-4D47-A4A0-B359B018CEDF}" sibTransId="{4F8B7A32-CE47-4E5A-9B3C-7B0E86D6E9E7}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AA6F5F-69ED-46F2-9A2E-7EBAD279AA3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30CF3CC2-09A7-498A-A84C-3A63B345D038}">
      <dgm:prSet phldrT="[Text]"/>
      <dgm:spPr/>
      <dgm:t>
        <a:bodyPr/>
        <a:lstStyle/>
        <a:p>
          <a:r>
            <a:rPr lang="en-GB"/>
            <a:t>No</a:t>
          </a:r>
        </a:p>
      </dgm:t>
    </dgm:pt>
    <dgm:pt modelId="{DDD4C78F-253E-4C98-9251-AE19EF14FD0C}" type="parTrans" cxnId="{26B7DBC3-D671-48C2-866A-860CE40B2829}">
      <dgm:prSet/>
      <dgm:spPr/>
      <dgm:t>
        <a:bodyPr/>
        <a:lstStyle/>
        <a:p>
          <a:endParaRPr lang="en-GB"/>
        </a:p>
      </dgm:t>
    </dgm:pt>
    <dgm:pt modelId="{2A3C321A-EC19-40D2-836E-A147765C09D5}" type="sibTrans" cxnId="{26B7DBC3-D671-48C2-866A-860CE40B2829}">
      <dgm:prSet/>
      <dgm:spPr/>
      <dgm:t>
        <a:bodyPr/>
        <a:lstStyle/>
        <a:p>
          <a:endParaRPr lang="en-GB"/>
        </a:p>
      </dgm:t>
    </dgm:pt>
    <dgm:pt modelId="{CF493E2B-C32E-45E0-A157-B5DBDA93D192}">
      <dgm:prSet phldrT="[Text]"/>
      <dgm:spPr/>
      <dgm:t>
        <a:bodyPr/>
        <a:lstStyle/>
        <a:p>
          <a:r>
            <a:rPr lang="en-GB"/>
            <a:t>Drawing</a:t>
          </a:r>
        </a:p>
      </dgm:t>
    </dgm:pt>
    <dgm:pt modelId="{7D0FDD72-9598-4D47-A4A0-B359B018CEDF}" type="parTrans" cxnId="{637615D7-2108-4B58-9F1E-2C0B1F5D9A44}">
      <dgm:prSet/>
      <dgm:spPr/>
      <dgm:t>
        <a:bodyPr/>
        <a:lstStyle/>
        <a:p>
          <a:endParaRPr lang="en-GB"/>
        </a:p>
      </dgm:t>
    </dgm:pt>
    <dgm:pt modelId="{4F8B7A32-CE47-4E5A-9B3C-7B0E86D6E9E7}" type="sibTrans" cxnId="{637615D7-2108-4B58-9F1E-2C0B1F5D9A44}">
      <dgm:prSet/>
      <dgm:spPr/>
      <dgm:t>
        <a:bodyPr/>
        <a:lstStyle/>
        <a:p>
          <a:endParaRPr lang="en-GB"/>
        </a:p>
      </dgm:t>
    </dgm:pt>
  </dgm:ptLst>
  <dgm:cxnLst>
    <dgm:cxn modelId="{26B7DBC3-D671-48C2-866A-860CE40B2829}" srcId="{D0AA6F5F-69ED-46F2-9A2E-7EBAD279AA3C}" destId="{30CF3CC2-09A7-498A-A84C-3A63B345D038}" srcOrd="0" destOrd="0" parTransId="{DDD4C78F-253E-4C98-9251-AE19EF14FD0C}" sibTransId="{2A3C321A-EC19-40D2-836E-A147765C09D5}"/>
    <dgm:cxn modelId="{637615D7-2108-4B58-9F1E-2C0B1F5D9A44}" srcId="{D0AA6F5F-69ED-46F2-9A2E-7EBAD279AA3C}" destId="{CF493E2B-C32E-45E0-A157-B5DBDA93D192}" srcOrd="1" destOrd="0" parTransId="{7D0FDD72-9598-4D47-A4A0-B359B018CEDF}" sibTransId="{4F8B7A32-CE47-4E5A-9B3C-7B0E86D6E9E7}"/>
  </dgm:cxnLst>
  <dgm:bg/>
  <dgm:whole/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F3CC2-09A7-498A-A84C-3A63B345D038}">
      <dsp:nvSpPr>
        <dsp:cNvPr id="0" name=""/>
        <dsp:cNvSpPr/>
      </dsp:nvSpPr>
      <dsp:spPr>
        <a:xfrm>
          <a:off x="76200" y="762000"/>
          <a:ext cx="1524000" cy="91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Parse</a:t>
          </a:r>
        </a:p>
      </dsp:txBody>
      <dsp:txXfrm>
        <a:off x="144780" y="830580"/>
        <a:ext cx="1386840" cy="777240"/>
      </dsp:txXfrm>
    </dsp:sp>
    <dsp:sp modelId="{CF493E2B-C32E-45E0-A157-B5DBDA93D192}">
      <dsp:nvSpPr>
        <dsp:cNvPr id="0" name=""/>
        <dsp:cNvSpPr/>
      </dsp:nvSpPr>
      <dsp:spPr>
        <a:xfrm>
          <a:off x="1752600" y="762000"/>
          <a:ext cx="1524000" cy="91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Resolve</a:t>
          </a:r>
        </a:p>
      </dsp:txBody>
      <dsp:txXfrm>
        <a:off x="1821180" y="830580"/>
        <a:ext cx="1386840" cy="777240"/>
      </dsp:txXfrm>
    </dsp:sp>
    <dsp:sp modelId="{1CAF74B3-2B84-4A08-9F5F-9E8BD0F0E9B1}">
      <dsp:nvSpPr>
        <dsp:cNvPr id="0" name=""/>
        <dsp:cNvSpPr/>
      </dsp:nvSpPr>
      <dsp:spPr>
        <a:xfrm>
          <a:off x="3429000" y="762000"/>
          <a:ext cx="1524000" cy="91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Render</a:t>
          </a:r>
        </a:p>
      </dsp:txBody>
      <dsp:txXfrm>
        <a:off x="3497580" y="830580"/>
        <a:ext cx="1386840" cy="777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default">
  <dgm:title val=""/>
  <dgm:desc val=""/>
  <dgm:catLst>
    <dgm:cat type="list" pri="400"/>
  </dgm:catLst>
  <dgm:layoutNode name="diagram">
    <dgm:varLst>
      <dgm:dir val="norm"/>
    </dgm:varLst>
    <dgm:alg type="lin">
      <dgm:param type="linDir" val="fromL"/>
    </dgm:alg>
    <dgm:shape xmlns:r2="http://schemas.openxmlformats.org/officeDocument/2006/relationships" type="none" r2:blip="">
      <dgm:adjLst/>
    </dgm:shape>
    <dgm:presOf/>
    <dgm:constrLst/>
    <dgm:ruleLst/>
    <dgm:forEach name="nodes" axis="ch" ptType="node">
      <dgm:layoutNode name="node">
        <dgm:alg type="tx"/>
        <dgm:shape xmlns:r2="http://schemas.openxmlformats.org/officeDocument/2006/relationships" type="roundRect" r2:blip="">
          <dgm:adjLst/>
        </dgm:shape>
        <dgm:presOf axis="desOrSelf" ptType="node"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a23 — a diagram, its four parts and the drawing that renders it</a:t>
            </a:r>
          </a:p>
        </p:txBody>
      </p:sp>
      <p:graphicFrame>
        <p:nvGraphicFramePr>
          <p:cNvPr id="10" name="Diagram 1"/>
          <p:cNvGraphicFramePr/>
          <p:nvPr/>
        </p:nvGraphicFramePr>
        <p:xfrm>
          <a:off x="914400" y="1600200"/>
          <a:ext cx="10363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a23 — a drawing fallback with no shapes in it</a:t>
            </a:r>
          </a:p>
        </p:txBody>
      </p:sp>
      <p:graphicFrame>
        <p:nvGraphicFramePr>
          <p:cNvPr id="10" name="Diagram 2"/>
          <p:cNvGraphicFramePr/>
          <p:nvPr/>
        </p:nvGraphicFramePr>
        <p:xfrm>
          <a:off x="914400" y="1600200"/>
          <a:ext cx="10363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a23 — no dsp:dataModelExt, so no drawing at all</a:t>
            </a:r>
          </a:p>
        </p:txBody>
      </p:sp>
      <p:graphicFrame>
        <p:nvGraphicFramePr>
          <p:cNvPr id="10" name="Diagram 3"/>
          <p:cNvGraphicFramePr/>
          <p:nvPr/>
        </p:nvGraphicFramePr>
        <p:xfrm>
          <a:off x="914400" y="1600200"/>
          <a:ext cx="10363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a23 smartart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