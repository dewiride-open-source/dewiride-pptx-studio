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10692000" cy="7560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Full Bleed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 left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Top left</a:t>
            </a:r>
          </a:p>
        </p:txBody>
      </p:sp>
      <p:sp>
        <p:nvSpPr>
          <p:cNvPr id="11" name="Top right"/>
          <p:cNvSpPr/>
          <p:nvPr/>
        </p:nvSpPr>
        <p:spPr>
          <a:xfrm>
            <a:off x="8229600" y="0"/>
            <a:ext cx="914400" cy="9144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Top right</a:t>
            </a:r>
          </a:p>
        </p:txBody>
      </p:sp>
      <p:sp>
        <p:nvSpPr>
          <p:cNvPr id="12" name="Bottom left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Bottom left</a:t>
            </a:r>
          </a:p>
        </p:txBody>
      </p:sp>
      <p:sp>
        <p:nvSpPr>
          <p:cNvPr id="13" name="Bottom right"/>
          <p:cNvSpPr/>
          <p:nvPr/>
        </p:nvSpPr>
        <p:spPr>
          <a:xfrm>
            <a:off x="8229600" y="5943600"/>
            <a:ext cx="914400" cy="91440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Bottom right</a:t>
            </a:r>
          </a:p>
        </p:txBody>
      </p:sp>
      <p:sp>
        <p:nvSpPr>
          <p:cNvPr id="14" name="Size caption"/>
          <p:cNvSpPr/>
          <p:nvPr/>
        </p:nvSpPr>
        <p:spPr>
          <a:xfrm>
            <a:off x="1005840" y="2628900"/>
            <a:ext cx="7132320" cy="1600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/>
              <a:t>p:sldSz cx="9144000" cy="6858000" type="screen4x3"</a:t>
            </a:r>
          </a:p>
          <a:p>
            <a:pPr algn="ctr"/>
            <a:r>
              <a:rPr sz="1600"/>
              <a:t>Four markers, each flush with a corner.</a:t>
            </a:r>
          </a:p>
          <a:p>
            <a:pPr algn="ctr"/>
            <a:r>
              <a:rPr sz="1600"/>
              <a:t>A renderer holding 12192000 puts two of them off the page.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erhanging band"/>
          <p:cNvSpPr/>
          <p:nvPr/>
        </p:nvSpPr>
        <p:spPr>
          <a:xfrm>
            <a:off x="7315200" y="1828800"/>
            <a:ext cx="2743200" cy="914400"/>
          </a:xfrm>
          <a:prstGeom prst="rect">
            <a:avLst/>
          </a:prstGeom>
          <a:solidFill>
            <a:schemeClr val="accent2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Overhanging band</a:t>
            </a:r>
          </a:p>
        </p:txBody>
      </p:sp>
      <p:sp>
        <p:nvSpPr>
          <p:cNvPr id="11" name="Negative offset band"/>
          <p:cNvSpPr/>
          <p:nvPr/>
        </p:nvSpPr>
        <p:spPr>
          <a:xfrm>
            <a:off x="-914400" y="3200400"/>
            <a:ext cx="2743200" cy="914400"/>
          </a:xfrm>
          <a:prstGeom prst="rect">
            <a:avLst/>
          </a:prstGeom>
          <a:solidFill>
            <a:schemeClr val="accent3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Negative offset band</a:t>
            </a:r>
          </a:p>
        </p:txBody>
      </p:sp>
      <p:sp>
        <p:nvSpPr>
          <p:cNvPr id="12" name="Overhang caption"/>
          <p:cNvSpPr/>
          <p:nvPr/>
        </p:nvSpPr>
        <p:spPr>
          <a:xfrm>
            <a:off x="1005840" y="4572000"/>
            <a:ext cx="7132320" cy="1600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/>
              <a:t>Objects within a slide can be specified outside these extents.</a:t>
            </a:r>
          </a:p>
          <a:p>
            <a:pPr algn="ctr"/>
            <a:r>
              <a:rPr sz="1600"/>
              <a:t>One starts at a negative x; one runs past the right edge.</a:t>
            </a:r>
          </a:p>
          <a:p>
            <a:pPr algn="ctr"/>
            <a:r>
              <a:rPr sz="1600"/>
              <a:t>Both are legal and both must clip rather than move.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age footprint, to scale"/>
          <p:cNvSpPr/>
          <p:nvPr/>
        </p:nvSpPr>
        <p:spPr>
          <a:xfrm>
            <a:off x="457200" y="457200"/>
            <a:ext cx="3564000" cy="2520000"/>
          </a:xfrm>
          <a:prstGeom prst="rect">
            <a:avLst/>
          </a:prstGeom>
          <a:solidFill>
            <a:schemeClr val="accent4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Notes page footprint, to scale</a:t>
            </a:r>
          </a:p>
        </p:txBody>
      </p:sp>
      <p:sp>
        <p:nvSpPr>
          <p:cNvPr id="11" name="Chassis default notes page, to scale"/>
          <p:cNvSpPr/>
          <p:nvPr/>
        </p:nvSpPr>
        <p:spPr>
          <a:xfrm>
            <a:off x="4204080" y="457200"/>
            <a:ext cx="2286000" cy="3048000"/>
          </a:xfrm>
          <a:prstGeom prst="rect">
            <a:avLst/>
          </a:prstGeom>
          <a:solidFill>
            <a:schemeClr val="accent5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Chassis default notes page, to scale</a:t>
            </a:r>
          </a:p>
        </p:txBody>
      </p:sp>
      <p:sp>
        <p:nvSpPr>
          <p:cNvPr id="12" name="Notes caption"/>
          <p:cNvSpPr/>
          <p:nvPr/>
        </p:nvSpPr>
        <p:spPr>
          <a:xfrm>
            <a:off x="1005840" y="4800600"/>
            <a:ext cx="7132320" cy="1600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/>
              <a:t>p:notesSz cx="10692000" cy="7560000" — A4 landscape, wider than the slide.</a:t>
            </a:r>
          </a:p>
          <a:p>
            <a:pPr algn="ctr"/>
            <a:r>
              <a:rPr sz="1600"/>
              <a:t>The other rectangle is the portrait default every other deck uses.</a:t>
            </a:r>
          </a:p>
          <a:p>
            <a:pPr algn="ctr"/>
            <a:r>
              <a:rPr sz="1600"/>
              <a:t>p:notesSz is required; p:sldSz is optional.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a18 slide sizes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