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blinds ho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blinds dir="horz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checker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checke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comb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cover r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cover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dissol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newsfla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newsfla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>
    <p:plu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pull 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ll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push 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rand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split horz 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horz" dir="ou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strips 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strips dir="l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w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wheel 8 spok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heel spokes="8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wip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ansition — zoom 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ransition spd="med">
    <p:cut thruBlk="1"/>
  </p:transition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a16 — the fade PowerPoint writes</a:t>
            </a:r>
          </a:p>
        </p:txBody>
      </p:sp>
      <p:sp>
        <p:nvSpPr>
          <p:cNvPr id="10" name="Caption 10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mc:Choice Requires="p14" carries p14:dur="2000"; mc:Fallback carries @spd alone.</a:t>
            </a:r>
          </a:p>
          <a:p>
            <a:r>
              <a:rPr sz="1600"/>
              <a:t>Both branches hold a p:transition, so the census counts two.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a16 — advance timing and a sound action</a:t>
            </a:r>
          </a:p>
        </p:txBody>
      </p:sp>
      <p:sp>
        <p:nvSpPr>
          <p:cNvPr id="10" name="Caption 10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advClick="0" advTm="3000": no click advances it, three seconds does.</a:t>
            </a:r>
          </a:p>
          <a:p>
            <a:r>
              <a:rPr sz="1600"/>
              <a:t>p:sndAc/p:endSnd stops the previous slide&amp;apos;s sound and needs no media part.</a:t>
            </a:r>
          </a:p>
        </p:txBody>
      </p:sp>
    </p:spTree>
  </p:cSld>
  <p:clrMapOvr>
    <a:masterClrMapping/>
  </p:clrMapOvr>
  <p:transition spd="slow" advClick="0" advTm="3000">
    <p:randomBar dir="horz"/>
    <p:sndAc>
      <p:endSnd/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a16 — a transition with no effect in it</a:t>
            </a:r>
          </a:p>
        </p:txBody>
      </p:sp>
      <p:sp>
        <p:nvSpPr>
          <p:cNvPr id="10" name="Caption 10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Every child of p:transition is optional.</a:t>
            </a:r>
          </a:p>
          <a:p>
            <a:r>
              <a:rPr sz="1600"/>
              <a:t>This one auto-advances after 1.5s with nothing to draw.</a:t>
            </a:r>
          </a:p>
        </p:txBody>
      </p:sp>
    </p:spTree>
  </p:cSld>
  <p:clrMapOvr>
    <a:masterClrMapping/>
  </p:clrMapOvr>
  <p:transition spd="fast" advTm="1500"/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a16 transitions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