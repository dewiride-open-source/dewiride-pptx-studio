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858000" cy="12192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Full bleed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left"/>
          <p:cNvSpPr/>
          <p:nvPr/>
        </p:nvSpPr>
        <p:spPr>
          <a:xfrm>
            <a:off x="0" y="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left</a:t>
            </a:r>
          </a:p>
        </p:txBody>
      </p:sp>
      <p:sp>
        <p:nvSpPr>
          <p:cNvPr id="11" name="Top right"/>
          <p:cNvSpPr/>
          <p:nvPr/>
        </p:nvSpPr>
        <p:spPr>
          <a:xfrm>
            <a:off x="6172200" y="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right</a:t>
            </a:r>
          </a:p>
        </p:txBody>
      </p:sp>
      <p:sp>
        <p:nvSpPr>
          <p:cNvPr id="12" name="Bottom left"/>
          <p:cNvSpPr/>
          <p:nvPr/>
        </p:nvSpPr>
        <p:spPr>
          <a:xfrm>
            <a:off x="0" y="1150620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left</a:t>
            </a:r>
          </a:p>
        </p:txBody>
      </p:sp>
      <p:sp>
        <p:nvSpPr>
          <p:cNvPr id="13" name="Bottom right"/>
          <p:cNvSpPr/>
          <p:nvPr/>
        </p:nvSpPr>
        <p:spPr>
          <a:xfrm>
            <a:off x="6172200" y="11506200"/>
            <a:ext cx="685800" cy="6858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right</a:t>
            </a:r>
          </a:p>
        </p:txBody>
      </p:sp>
      <p:sp>
        <p:nvSpPr>
          <p:cNvPr id="14" name="Extent caption"/>
          <p:cNvSpPr/>
          <p:nvPr/>
        </p:nvSpPr>
        <p:spPr>
          <a:xfrm>
            <a:off x="342900" y="5181600"/>
            <a:ext cx="61722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/>
              <a:t>p:sldSz cx="6858000" cy="12192000"</a:t>
            </a:r>
          </a:p>
          <a:p>
            <a:pPr algn="ctr"/>
            <a:r>
              <a:rPr sz="1200"/>
              <a:t>No @type. This is what a resized deck looks like.</a:t>
            </a:r>
          </a:p>
          <a:p>
            <a:pPr algn="ctr"/>
            <a:r>
              <a:rPr sz="1200"/>
              <a:t>Taller than it is wide, which no ST_SlideSizeType value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his slide"/>
          <p:cNvSpPr/>
          <p:nvPr/>
        </p:nvSpPr>
        <p:spPr>
          <a:xfrm>
            <a:off x="342900" y="1371600"/>
            <a:ext cx="1714500" cy="3048000"/>
          </a:xfrm>
          <a:prstGeom prst="rect">
            <a:avLst/>
          </a:prstGeom>
          <a:solidFill>
            <a:schemeClr val="accent2"/>
          </a:solidFill>
        </p:spPr>
        <p:txBody>
          <a:bodyPr wrap="square" anchor="ctr"/>
          <a:lstStyle/>
          <a:p>
            <a:pPr algn="ctr"/>
            <a:r>
              <a:rPr sz="1000" b="1"/>
              <a:t>6858000 x 12192000</a:t>
            </a:r>
          </a:p>
        </p:txBody>
      </p:sp>
      <p:sp>
        <p:nvSpPr>
          <p:cNvPr id="11" name="Its transpose, which is the corpus default"/>
          <p:cNvSpPr/>
          <p:nvPr/>
        </p:nvSpPr>
        <p:spPr>
          <a:xfrm>
            <a:off x="2148840" y="1371600"/>
            <a:ext cx="3048000" cy="1714500"/>
          </a:xfrm>
          <a:prstGeom prst="rect">
            <a:avLst/>
          </a:prstGeom>
          <a:solidFill>
            <a:schemeClr val="accent3"/>
          </a:solidFill>
        </p:spPr>
        <p:txBody>
          <a:bodyPr wrap="square" anchor="ctr"/>
          <a:lstStyle/>
          <a:p>
            <a:pPr algn="ctr"/>
            <a:r>
              <a:rPr sz="1000" b="1"/>
              <a:t>12192000 x 6858000</a:t>
            </a:r>
          </a:p>
        </p:txBody>
      </p:sp>
      <p:sp>
        <p:nvSpPr>
          <p:cNvPr id="12" name="Transpose caption"/>
          <p:cNvSpPr/>
          <p:nvPr/>
        </p:nvSpPr>
        <p:spPr>
          <a:xfrm>
            <a:off x="342900" y="5486400"/>
            <a:ext cx="61722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/>
              <a:t>Read cx as a height and cy as a width and you get</a:t>
            </a:r>
          </a:p>
          <a:p>
            <a:pPr algn="ctr"/>
            <a:r>
              <a:rPr sz="1200"/>
              <a:t>the shape on the right: an ordinary 16:9 slide,</a:t>
            </a:r>
          </a:p>
          <a:p>
            <a:pPr algn="ctr"/>
            <a:r>
              <a:rPr sz="1200"/>
              <a:t>wrong in a way nothing on the page announces.</a:t>
            </a:r>
          </a:p>
          <a:p>
            <a:pPr algn="ctr"/>
            <a:r>
              <a:rPr sz="1200"/>
              <a:t>The corner markers are what give it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his slide"/>
          <p:cNvSpPr/>
          <p:nvPr/>
        </p:nvSpPr>
        <p:spPr>
          <a:xfrm>
            <a:off x="342900" y="1371600"/>
            <a:ext cx="1714500" cy="3048000"/>
          </a:xfrm>
          <a:prstGeom prst="rect">
            <a:avLst/>
          </a:prstGeom>
          <a:solidFill>
            <a:schemeClr val="accent4"/>
          </a:solidFill>
        </p:spPr>
        <p:txBody>
          <a:bodyPr wrap="square" anchor="ctr"/>
          <a:lstStyle/>
          <a:p>
            <a:pPr algn="ctr"/>
            <a:r>
              <a:rPr sz="1000" b="1"/>
              <a:t>slide 6858000 x 12192000</a:t>
            </a:r>
          </a:p>
        </p:txBody>
      </p:sp>
      <p:sp>
        <p:nvSpPr>
          <p:cNvPr id="11" name="Its notes page"/>
          <p:cNvSpPr/>
          <p:nvPr/>
        </p:nvSpPr>
        <p:spPr>
          <a:xfrm>
            <a:off x="2148840" y="1371600"/>
            <a:ext cx="2286000" cy="1714500"/>
          </a:xfrm>
          <a:prstGeom prst="rect">
            <a:avLst/>
          </a:prstGeom>
          <a:solidFill>
            <a:schemeClr val="accent5"/>
          </a:solidFill>
        </p:spPr>
        <p:txBody>
          <a:bodyPr wrap="square" anchor="ctr"/>
          <a:lstStyle/>
          <a:p>
            <a:pPr algn="ctr"/>
            <a:r>
              <a:rPr sz="1000" b="1"/>
              <a:t>notes 9144000 x 6858000</a:t>
            </a:r>
          </a:p>
        </p:txBody>
      </p:sp>
      <p:sp>
        <p:nvSpPr>
          <p:cNvPr id="12" name="Notes caption"/>
          <p:cNvSpPr/>
          <p:nvPr/>
        </p:nvSpPr>
        <p:spPr>
          <a:xfrm>
            <a:off x="342900" y="5486400"/>
            <a:ext cx="61722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/>
              <a:t>p:notesSz is required; p:sldSz is optional.</a:t>
            </a:r>
          </a:p>
          <a:p>
            <a:pPr algn="ctr"/>
            <a:r>
              <a:rPr sz="1200"/>
              <a:t>Neither is derived from the other, and here they</a:t>
            </a:r>
          </a:p>
          <a:p>
            <a:pPr algn="ctr"/>
            <a:r>
              <a:rPr sz="1200"/>
              <a:t>disagree in aspect ratio and in orientation.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a42 custom size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