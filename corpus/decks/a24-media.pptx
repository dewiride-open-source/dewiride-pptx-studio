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av" ContentType="audio/x-wav"/>
  <Default Extension="mp4" ContentType="video/mp4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wav"/><Relationship Id="rId3" Type="http://schemas.openxmlformats.org/officeDocument/2006/relationships/audio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Relationship Id="rId5" Type="http://schemas.openxmlformats.org/officeDocument/2006/relationships/video" Target="https://example.invalid/corpus/linked-clip.mp4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a24 — embedded audio, and the same part related to twice</a:t>
            </a:r>
          </a:p>
        </p:txBody>
      </p:sp>
      <p:pic>
        <p:nvPicPr>
          <p:cNvPr id="10" name="probe" descr="A quarter second of 440 Hz, authored by the corpus generator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800" y="1600200"/>
            <a:ext cx="2743200" cy="2057400"/>
          </a:xfrm>
          <a:prstGeom prst="rect">
            <a:avLst/>
          </a:prstGeom>
        </p:spPr>
      </p:pic>
      <p:sp>
        <p:nvSpPr>
          <p:cNvPr id="11" name="Slide 1 caption"/>
          <p:cNvSpPr/>
          <p:nvPr/>
        </p:nvSpPr>
        <p:spPr>
          <a:xfrm>
            <a:off x="685800" y="4114800"/>
            <a:ext cx="1082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rId2 is …/2007/relationships/media, named by p14:media r:embed.</a:t>
            </a:r>
          </a:p>
          <a:p>
            <a:r>
              <a:rPr sz="1300"/>
              <a:t>rId3 is …/2006/relationships/audio, named by a:audioFile r:link.</a:t>
            </a:r>
          </a:p>
          <a:p>
            <a:r>
              <a:rPr sz="1300"/>
              <a:t>Both target ppt/media/media1.wav. Export must not drop either.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a24 — embedded video beside a linked one</a:t>
            </a:r>
          </a:p>
        </p:txBody>
      </p:sp>
      <p:pic>
        <p:nvPicPr>
          <p:cNvPr id="10" name="Embedded clip" descr="An ISO-BMFF container with no tracks; the markup is the prob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800" y="1600200"/>
            <a:ext cx="2743200" cy="2057400"/>
          </a:xfrm>
          <a:prstGeom prst="rect">
            <a:avLst/>
          </a:prstGeom>
        </p:spPr>
      </p:pic>
      <p:pic>
        <p:nvPicPr>
          <p:cNvPr id="11" name="Linked clip" descr="TargetMode=&quot;External&quot;; no p14:media, because there are no local bytes">
            <a:hlinkClick r:id="" action="ppaction://media"/>
          </p:cNvPr>
          <p:cNvPicPr>
            <a:picLocks noChangeAspect="1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>
            <a:off x="4114800" y="1600200"/>
            <a:ext cx="2743200" cy="2057400"/>
          </a:xfrm>
          <a:prstGeom prst="rect">
            <a:avLst/>
          </a:prstGeom>
        </p:spPr>
      </p:pic>
      <p:sp>
        <p:nvSpPr>
          <p:cNvPr id="12" name="Slide 2 caption"/>
          <p:cNvSpPr/>
          <p:nvPr/>
        </p:nvSpPr>
        <p:spPr>
          <a:xfrm>
            <a:off x="685800" y="4114800"/>
            <a:ext cx="1082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Both shapes say r:link. Only the relationship says which is linked.</a:t>
            </a:r>
          </a:p>
          <a:p>
            <a:r>
              <a:rPr sz="1300"/>
              <a:t>The linked target is under example.invalid, which RFC 2606 reserves,</a:t>
            </a:r>
          </a:p>
          <a:p>
            <a:r>
              <a:rPr sz="1300"/>
              <a:t>so nothing here can resolve to a real host.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video>
            <p:vide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a24 — a transition with a start sound</a:t>
            </a:r>
          </a:p>
        </p:txBody>
      </p:sp>
      <p:sp>
        <p:nvSpPr>
          <p:cNvPr id="10" name="Slide 3 caption"/>
          <p:cNvSpPr/>
          <p:nvPr/>
        </p:nvSpPr>
        <p:spPr>
          <a:xfrm>
            <a:off x="685800" y="1600200"/>
            <a:ext cx="1082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p:transition holds p:sndAc, and p:sndAc holds a choice:</a:t>
            </a:r>
          </a:p>
          <a:p>
            <a:r>
              <a:rPr sz="1300"/>
              <a:t>p:stSnd, which carries a p:snd with an r:embed and a @name,</a:t>
            </a:r>
          </a:p>
          <a:p>
            <a:r>
              <a:rPr sz="1300"/>
              <a:t>or p:endSnd, which is CT_Empty and carries nothing at all.</a:t>
            </a:r>
          </a:p>
          <a:p>
            <a:r>
              <a:rPr sz="1300"/>
              <a:t>a16-transitions wrote the second and could not write the first.</a:t>
            </a:r>
          </a:p>
          <a:p>
            <a:r>
              <a:rPr sz="1300"/>
              <a:t>@name is the file name the sound came from, not the part name.</a:t>
            </a:r>
          </a:p>
        </p:txBody>
      </p:sp>
    </p:spTree>
  </p:cSld>
  <p:clrMapOvr>
    <a:masterClrMapping/>
  </p:clrMapOvr>
  <p:transition spd="slow">
    <p:fade thruBlk="1"/>
    <p:sndAc>
      <p:stSnd>
        <p:snd r:embed="rId2" name="probe.wav"/>
      </p:stSnd>
    </p:sndAc>
  </p:transition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a24 media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