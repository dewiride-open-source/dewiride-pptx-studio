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emf" ContentType="image/x-emf"/>
  <Default Extension="vml" ContentType="application/vnd.openxmlformats-officedocument.vmlDrawi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package" Target="../embeddings/oleObject1.xlsx"/><Relationship Id="rId3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package" Target="../embeddings/oleObject1.xlsx"/><Relationship Id="rId3" Type="http://schemas.openxmlformats.org/officeDocument/2006/relationships/image" Target="../media/image1.emf"/><Relationship Id="rId4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oleObject" Target="https://example.invalid/corpus/linked-workbook.xlsx" TargetMode="External"/><Relationship Id="rId3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a26 — the switch PowerPoint writes, and the preview it hides</a:t>
            </a:r>
          </a:p>
        </p:txBody>
      </p:sp>
      <p:graphicFrame>
        <p:nvGraphicFramePr>
          <p:cNvPr id="10" name="Worksheet"/>
          <p:cNvGraphicFramePr/>
          <p:nvPr/>
        </p:nvGraphicFramePr>
        <p:xfrm>
          <a:off x="914400" y="1600200"/>
          <a:ext cx="5186562" cy="38054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186562" imgH="3805404" progId="Excel.Sheet.12">
                  <p:embed/>
                </p:oleObj>
              </mc:Choice>
              <mc:Fallback>
                <p:oleObj name="Worksheet" r:id="rId2" imgW="5186562" imgH="3805404" progId="Excel.Sheet.12">
                  <p:embed/>
                  <p:pic>
                    <p:nvPicPr>
                      <p:cNvPr id="11" name="Object preview" descr="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14400" y="1600200"/>
                        <a:ext cx="5186562" cy="38054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aption"/>
          <p:cNvSpPr/>
          <p:nvPr/>
        </p:nvSpPr>
        <p:spPr>
          <a:xfrm>
            <a:off x="6477000" y="1600200"/>
            <a:ext cx="5029200" cy="3805404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/>
              <a:t>The Choice requires v and the package has no VML part.</a:t>
            </a:r>
          </a:p>
          <a:p>
            <a:r>
              <a:rPr sz="1300"/>
              <a:t>The Choice branch has no p:pic, so resolving MCE the usual way</a:t>
            </a:r>
          </a:p>
          <a:p>
            <a:r>
              <a:rPr sz="1300"/>
              <a:t>leaves nothing to draw: the preview is in the branch you discard.</a:t>
            </a:r>
          </a:p>
          <a:p>
            <a:r>
              <a:rPr sz="1300"/>
              <a:t>The preview is an EMF. Sub-phase 10.6 is on this path, not beside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a26 — the transitional form, with @spid and a VML part</a:t>
            </a:r>
          </a:p>
        </p:txBody>
      </p:sp>
      <p:graphicFrame>
        <p:nvGraphicFramePr>
          <p:cNvPr id="10" name="Worksheet"/>
          <p:cNvGraphicFramePr/>
          <p:nvPr/>
        </p:nvGraphicFramePr>
        <p:xfrm>
          <a:off x="914400" y="1600200"/>
          <a:ext cx="5186562" cy="3805404"/>
        </p:xfrm>
        <a:graphic>
          <a:graphicData uri="http://schemas.openxmlformats.org/presentationml/2006/ole">
            <p:oleObj spid="_x0000_s1026" name="Worksheet" r:id="rId2" imgW="5186562" imgH="3805404" progId="Excel.Sheet.12">
              <p:embed/>
              <p:pic>
                <p:nvPicPr>
                  <p:cNvPr id="11" name="Object preview" descr="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" y="1600200"/>
                    <a:ext cx="5186562" cy="3805404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2" name="Caption"/>
          <p:cNvSpPr/>
          <p:nvPr/>
        </p:nvSpPr>
        <p:spPr>
          <a:xfrm>
            <a:off x="6477000" y="1600200"/>
            <a:ext cx="5029200" cy="3805404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/>
              <a:t>p:oleObj/@spid is _x0000_s1026 and so is v:shape/@id in</a:t>
            </a:r>
          </a:p>
          <a:p>
            <a:r>
              <a:rPr sz="1300"/>
              <a:t>ppt/drawings/vmlDrawing1.vml. Nothing but that string joins them.</a:t>
            </a:r>
          </a:p>
          <a:p>
            <a:r>
              <a:rPr sz="1300"/>
              <a:t>The VML part has its own .rels, so its rId1 is a different rId1</a:t>
            </a:r>
          </a:p>
          <a:p>
            <a:r>
              <a:rPr sz="1300"/>
              <a:t>from the slide’s - rIds are scoped to one relationship part.</a:t>
            </a:r>
          </a:p>
          <a:p>
            <a:r>
              <a:rPr sz="1300"/>
              <a:t>Its content type does not end in +xml, though the part is XML.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a26 — a linked object, with no bytes in the package</a:t>
            </a:r>
          </a:p>
        </p:txBody>
      </p:sp>
      <p:graphicFrame>
        <p:nvGraphicFramePr>
          <p:cNvPr id="10" name="Linked worksheet"/>
          <p:cNvGraphicFramePr/>
          <p:nvPr/>
        </p:nvGraphicFramePr>
        <p:xfrm>
          <a:off x="914400" y="1600200"/>
          <a:ext cx="5186562" cy="3805404"/>
        </p:xfrm>
        <a:graphic>
          <a:graphicData uri="http://schemas.openxmlformats.org/presentationml/2006/ole">
            <p:oleObj name="Linked worksheet" r:id="rId2" imgW="5186562" imgH="3805404" progId="Excel.Sheet.12">
              <p:link updateAutomatic="1"/>
              <p:pic>
                <p:nvPicPr>
                  <p:cNvPr id="11" name="Object preview" descr="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" y="1600200"/>
                    <a:ext cx="5186562" cy="3805404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2" name="Caption"/>
          <p:cNvSpPr/>
          <p:nvPr/>
        </p:nvSpPr>
        <p:spPr>
          <a:xfrm>
            <a:off x="6477000" y="1600200"/>
            <a:ext cx="5029200" cy="3805404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1300"/>
              <a:t>p:oleObj holds a choice: p:embed or p:link, never both.</a:t>
            </a:r>
          </a:p>
          <a:p>
            <a:r>
              <a:rPr sz="1300"/>
              <a:t>p:link carries @updateAutomatic and the relationship carries</a:t>
            </a:r>
          </a:p>
          <a:p>
            <a:r>
              <a:rPr sz="1300"/>
              <a:t>TargetMode="External", so the only local bytes are the preview.</a:t>
            </a:r>
          </a:p>
          <a:p>
            <a:r>
              <a:rPr sz="1300"/>
              <a:t>The target is under example.invalid, which RFC 2606 reserves.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a26 ole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