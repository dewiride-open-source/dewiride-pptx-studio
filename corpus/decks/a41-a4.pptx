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906000" cy="6858000" type="A4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Full Bleed 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left"/>
          <p:cNvSpPr/>
          <p:nvPr/>
        </p:nvSpPr>
        <p:spPr>
          <a:xfrm>
            <a:off x="0" y="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left</a:t>
            </a:r>
          </a:p>
        </p:txBody>
      </p:sp>
      <p:sp>
        <p:nvSpPr>
          <p:cNvPr id="11" name="Top right"/>
          <p:cNvSpPr/>
          <p:nvPr/>
        </p:nvSpPr>
        <p:spPr>
          <a:xfrm>
            <a:off x="9220200" y="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right</a:t>
            </a:r>
          </a:p>
        </p:txBody>
      </p:sp>
      <p:sp>
        <p:nvSpPr>
          <p:cNvPr id="12" name="Bottom left"/>
          <p:cNvSpPr/>
          <p:nvPr/>
        </p:nvSpPr>
        <p:spPr>
          <a:xfrm>
            <a:off x="0" y="617220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left</a:t>
            </a:r>
          </a:p>
        </p:txBody>
      </p:sp>
      <p:sp>
        <p:nvSpPr>
          <p:cNvPr id="13" name="Bottom right"/>
          <p:cNvSpPr/>
          <p:nvPr/>
        </p:nvSpPr>
        <p:spPr>
          <a:xfrm>
            <a:off x="9220200" y="617220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right</a:t>
            </a:r>
          </a:p>
        </p:txBody>
      </p:sp>
      <p:sp>
        <p:nvSpPr>
          <p:cNvPr id="14" name="Extent caption"/>
          <p:cNvSpPr/>
          <p:nvPr/>
        </p:nvSpPr>
        <p:spPr>
          <a:xfrm>
            <a:off x="777240" y="2743200"/>
            <a:ext cx="835152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/>
              <a:t>p:sldSz cx="9906000" cy="6858000" type="A4"</a:t>
            </a:r>
          </a:p>
          <a:p>
            <a:pPr algn="ctr"/>
            <a:r>
              <a:rPr sz="1400"/>
              <a:t>780 x 540 pt. Measured from PageSetup, not from the paper size:</a:t>
            </a:r>
          </a:p>
          <a:p>
            <a:pPr algn="ctr"/>
            <a:r>
              <a:rPr sz="1400"/>
              <a:t>true A4 is 10692000 x 7560000, which this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nScreen"/>
          <p:cNvSpPr/>
          <p:nvPr/>
        </p:nvSpPr>
        <p:spPr>
          <a:xfrm>
            <a:off x="457200" y="1143000"/>
            <a:ext cx="3048000" cy="2286000"/>
          </a:xfrm>
          <a:prstGeom prst="rect">
            <a:avLst/>
          </a:prstGeom>
          <a:solidFill>
            <a:schemeClr val="accent2"/>
          </a:solidFill>
        </p:spPr>
        <p:txBody>
          <a:bodyPr wrap="square" anchor="ctr"/>
          <a:lstStyle/>
          <a:p>
            <a:pPr algn="ctr"/>
            <a:r>
              <a:rPr sz="1100" b="1"/>
              <a:t>onScreen</a:t>
            </a:r>
          </a:p>
        </p:txBody>
      </p:sp>
      <p:sp>
        <p:nvSpPr>
          <p:cNvPr id="11" name="letter"/>
          <p:cNvSpPr/>
          <p:nvPr/>
        </p:nvSpPr>
        <p:spPr>
          <a:xfrm>
            <a:off x="3596640" y="1143000"/>
            <a:ext cx="3048000" cy="2286000"/>
          </a:xfrm>
          <a:prstGeom prst="rect">
            <a:avLst/>
          </a:prstGeom>
          <a:solidFill>
            <a:schemeClr val="accent3"/>
          </a:solidFill>
        </p:spPr>
        <p:txBody>
          <a:bodyPr wrap="square" anchor="ctr"/>
          <a:lstStyle/>
          <a:p>
            <a:pPr algn="ctr"/>
            <a:r>
              <a:rPr sz="1100" b="1"/>
              <a:t>letter</a:t>
            </a:r>
          </a:p>
        </p:txBody>
      </p:sp>
      <p:sp>
        <p:nvSpPr>
          <p:cNvPr id="12" name="overhead"/>
          <p:cNvSpPr/>
          <p:nvPr/>
        </p:nvSpPr>
        <p:spPr>
          <a:xfrm>
            <a:off x="6736080" y="1143000"/>
            <a:ext cx="3048000" cy="2286000"/>
          </a:xfrm>
          <a:prstGeom prst="rect">
            <a:avLst/>
          </a:prstGeom>
          <a:solidFill>
            <a:schemeClr val="accent4"/>
          </a:solidFill>
        </p:spPr>
        <p:txBody>
          <a:bodyPr wrap="square" anchor="ctr"/>
          <a:lstStyle/>
          <a:p>
            <a:pPr algn="ctr"/>
            <a:r>
              <a:rPr sz="1100" b="1"/>
              <a:t>overhead</a:t>
            </a:r>
          </a:p>
        </p:txBody>
      </p:sp>
      <p:sp>
        <p:nvSpPr>
          <p:cNvPr id="13" name="Collision caption"/>
          <p:cNvSpPr/>
          <p:nvPr/>
        </p:nvSpPr>
        <p:spPr>
          <a:xfrm>
            <a:off x="777240" y="4114800"/>
            <a:ext cx="835152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/>
              <a:t>Three ST_SlideSizeType values. One extent: 9144000 x 6858000.</a:t>
            </a:r>
          </a:p>
          <a:p>
            <a:pPr algn="ctr"/>
            <a:r>
              <a:rPr sz="1400"/>
              <a:t>Nothing distinguishes these three packages but the hint,</a:t>
            </a:r>
          </a:p>
          <a:p>
            <a:pPr algn="ctr"/>
            <a:r>
              <a:rPr sz="1400"/>
              <a:t>so @type cannot be inverted to a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creen16x9 as Page Setup writes it"/>
          <p:cNvSpPr/>
          <p:nvPr/>
        </p:nvSpPr>
        <p:spPr>
          <a:xfrm>
            <a:off x="457200" y="1143000"/>
            <a:ext cx="3048000" cy="1714500"/>
          </a:xfrm>
          <a:prstGeom prst="rect">
            <a:avLst/>
          </a:prstGeom>
          <a:solidFill>
            <a:schemeClr val="accent5"/>
          </a:solidFill>
        </p:spPr>
        <p:txBody>
          <a:bodyPr wrap="square" anchor="ctr"/>
          <a:lstStyle/>
          <a:p>
            <a:pPr algn="ctr"/>
            <a:r>
              <a:rPr sz="1100" b="1"/>
              <a:t>9144000 x 5143500</a:t>
            </a:r>
          </a:p>
        </p:txBody>
      </p:sp>
      <p:sp>
        <p:nvSpPr>
          <p:cNvPr id="11" name="screen16x9 as a new deck is created"/>
          <p:cNvSpPr/>
          <p:nvPr/>
        </p:nvSpPr>
        <p:spPr>
          <a:xfrm>
            <a:off x="3596640" y="1143000"/>
            <a:ext cx="4064000" cy="2286000"/>
          </a:xfrm>
          <a:prstGeom prst="rect">
            <a:avLst/>
          </a:prstGeom>
          <a:solidFill>
            <a:schemeClr val="accent6"/>
          </a:solidFill>
        </p:spPr>
        <p:txBody>
          <a:bodyPr wrap="square" anchor="ctr"/>
          <a:lstStyle/>
          <a:p>
            <a:pPr algn="ctr"/>
            <a:r>
              <a:rPr sz="1100" b="1"/>
              <a:t>12192000 x 6858000</a:t>
            </a:r>
          </a:p>
        </p:txBody>
      </p:sp>
      <p:sp>
        <p:nvSpPr>
          <p:cNvPr id="12" name="Ambiguity caption"/>
          <p:cNvSpPr/>
          <p:nvPr/>
        </p:nvSpPr>
        <p:spPr>
          <a:xfrm>
            <a:off x="777240" y="4114800"/>
            <a:ext cx="835152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/>
              <a:t>Both of these are written type="screen16x9".</a:t>
            </a:r>
          </a:p>
          <a:p>
            <a:pPr algn="ctr"/>
            <a:r>
              <a:rPr sz="1400"/>
              <a:t>10 x 5.625 in from Page Setup; 13.333 x 7.5 in for a new deck.</a:t>
            </a:r>
          </a:p>
          <a:p>
            <a:pPr algn="ctr"/>
            <a:r>
              <a:rPr sz="1400"/>
              <a:t>Every other deck in this corpus is the second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a41 A4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