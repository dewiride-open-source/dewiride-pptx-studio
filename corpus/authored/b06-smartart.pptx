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1A8879-2F16-427F-961F-0E9E912D1DB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94E256-5B73-43AD-9EA8-6B139EF299A4}">
      <dgm:prSet phldrT="[Text]"/>
      <dgm:spPr/>
      <dgm:t>
        <a:bodyPr/>
        <a:lstStyle/>
        <a:p>
          <a:r>
            <a:rPr lang="en-US"/>
            <a:t>Basic Block List 1</a:t>
          </a:r>
        </a:p>
      </dgm:t>
    </dgm:pt>
    <dgm:pt modelId="{92292B20-7E8E-4D98-9B24-BC77462C73BA}" type="parTrans" cxnId="{0501C984-E4A0-4ABA-B1F2-CDB7F5B3AD71}">
      <dgm:prSet/>
      <dgm:spPr/>
      <dgm:t>
        <a:bodyPr/>
        <a:lstStyle/>
        <a:p>
          <a:endParaRPr lang="en-US"/>
        </a:p>
      </dgm:t>
    </dgm:pt>
    <dgm:pt modelId="{4204153D-9F80-4838-A494-B7CC652064DB}" type="sibTrans" cxnId="{0501C984-E4A0-4ABA-B1F2-CDB7F5B3AD71}">
      <dgm:prSet/>
      <dgm:spPr/>
      <dgm:t>
        <a:bodyPr/>
        <a:lstStyle/>
        <a:p>
          <a:endParaRPr lang="en-US"/>
        </a:p>
      </dgm:t>
    </dgm:pt>
    <dgm:pt modelId="{7607C061-9FD7-45D2-ADB3-0D97A592B1B0}">
      <dgm:prSet phldrT="[Text]"/>
      <dgm:spPr/>
      <dgm:t>
        <a:bodyPr/>
        <a:lstStyle/>
        <a:p>
          <a:r>
            <a:rPr lang="en-US"/>
            <a:t>Basic Block List 2</a:t>
          </a:r>
        </a:p>
      </dgm:t>
    </dgm:pt>
    <dgm:pt modelId="{9E66B01D-BE22-498F-B36A-13117031D9EE}" type="parTrans" cxnId="{5C615F1B-038B-4D25-B20D-3CCA782EA4AC}">
      <dgm:prSet/>
      <dgm:spPr/>
      <dgm:t>
        <a:bodyPr/>
        <a:lstStyle/>
        <a:p>
          <a:endParaRPr lang="en-US"/>
        </a:p>
      </dgm:t>
    </dgm:pt>
    <dgm:pt modelId="{B9DBE76B-9CB3-4A33-B8C6-C68F3CAC467F}" type="sibTrans" cxnId="{5C615F1B-038B-4D25-B20D-3CCA782EA4AC}">
      <dgm:prSet/>
      <dgm:spPr/>
      <dgm:t>
        <a:bodyPr/>
        <a:lstStyle/>
        <a:p>
          <a:endParaRPr lang="en-US"/>
        </a:p>
      </dgm:t>
    </dgm:pt>
    <dgm:pt modelId="{97E2C049-AC3C-451D-AF64-CF7415E64910}">
      <dgm:prSet phldrT="[Text]"/>
      <dgm:spPr/>
      <dgm:t>
        <a:bodyPr/>
        <a:lstStyle/>
        <a:p>
          <a:r>
            <a:rPr lang="en-US"/>
            <a:t>Basic Block List 3</a:t>
          </a:r>
        </a:p>
      </dgm:t>
    </dgm:pt>
    <dgm:pt modelId="{DD4D6C93-F962-40AE-870F-A8C07070B8F5}" type="parTrans" cxnId="{8A69BEFB-9BEA-4ECF-9D1C-C9074C4ED3B0}">
      <dgm:prSet/>
      <dgm:spPr/>
      <dgm:t>
        <a:bodyPr/>
        <a:lstStyle/>
        <a:p>
          <a:endParaRPr lang="en-US"/>
        </a:p>
      </dgm:t>
    </dgm:pt>
    <dgm:pt modelId="{15F45CEB-0CBA-4402-8C5A-1C3366E321F9}" type="sibTrans" cxnId="{8A69BEFB-9BEA-4ECF-9D1C-C9074C4ED3B0}">
      <dgm:prSet/>
      <dgm:spPr/>
      <dgm:t>
        <a:bodyPr/>
        <a:lstStyle/>
        <a:p>
          <a:endParaRPr lang="en-US"/>
        </a:p>
      </dgm:t>
    </dgm:pt>
    <dgm:pt modelId="{95F0A845-B91E-4F48-AE91-C7D7E5762194}">
      <dgm:prSet phldrT="[Text]"/>
      <dgm:spPr/>
      <dgm:t>
        <a:bodyPr/>
        <a:lstStyle/>
        <a:p>
          <a:r>
            <a:rPr lang="en-US"/>
            <a:t>Basic Block List 4</a:t>
          </a:r>
        </a:p>
      </dgm:t>
    </dgm:pt>
    <dgm:pt modelId="{15F9CCBD-FD78-4115-9F0D-1C337AF18748}" type="parTrans" cxnId="{FBCD5118-0744-4CE2-8AAD-574F5DE10BB3}">
      <dgm:prSet/>
      <dgm:spPr/>
      <dgm:t>
        <a:bodyPr/>
        <a:lstStyle/>
        <a:p>
          <a:endParaRPr lang="en-US"/>
        </a:p>
      </dgm:t>
    </dgm:pt>
    <dgm:pt modelId="{4E125485-162A-4914-9172-F2479D135F9C}" type="sibTrans" cxnId="{FBCD5118-0744-4CE2-8AAD-574F5DE10BB3}">
      <dgm:prSet/>
      <dgm:spPr/>
      <dgm:t>
        <a:bodyPr/>
        <a:lstStyle/>
        <a:p>
          <a:endParaRPr lang="en-US"/>
        </a:p>
      </dgm:t>
    </dgm:pt>
    <dgm:pt modelId="{FFFAE36A-7854-449D-A850-E17B2E428FE2}">
      <dgm:prSet phldrT="[Text]"/>
      <dgm:spPr/>
      <dgm:t>
        <a:bodyPr/>
        <a:lstStyle/>
        <a:p>
          <a:r>
            <a:rPr lang="en-US"/>
            <a:t>Basic Block List 5</a:t>
          </a:r>
        </a:p>
      </dgm:t>
    </dgm:pt>
    <dgm:pt modelId="{4EC0772E-2505-423D-A156-4F5FBB82AFD3}" type="parTrans" cxnId="{17BE3894-AD9E-4EE2-913D-22ACDD9B6ABC}">
      <dgm:prSet/>
      <dgm:spPr/>
      <dgm:t>
        <a:bodyPr/>
        <a:lstStyle/>
        <a:p>
          <a:endParaRPr lang="en-US"/>
        </a:p>
      </dgm:t>
    </dgm:pt>
    <dgm:pt modelId="{87C7B546-0EDC-4A67-9376-6F8DDAEC9B20}" type="sibTrans" cxnId="{17BE3894-AD9E-4EE2-913D-22ACDD9B6ABC}">
      <dgm:prSet/>
      <dgm:spPr/>
      <dgm:t>
        <a:bodyPr/>
        <a:lstStyle/>
        <a:p>
          <a:endParaRPr lang="en-US"/>
        </a:p>
      </dgm:t>
    </dgm:pt>
    <dgm:pt modelId="{D9B11136-87DB-4B06-9CDA-32305F6F48B6}" type="pres">
      <dgm:prSet presAssocID="{AE1A8879-2F16-427F-961F-0E9E912D1DBA}" presName="diagram" presStyleCnt="0">
        <dgm:presLayoutVars>
          <dgm:dir/>
          <dgm:resizeHandles val="exact"/>
        </dgm:presLayoutVars>
      </dgm:prSet>
      <dgm:spPr/>
    </dgm:pt>
    <dgm:pt modelId="{55392C0E-1013-49B5-A1BE-BB5A5DDF9E2C}" type="pres">
      <dgm:prSet presAssocID="{7D94E256-5B73-43AD-9EA8-6B139EF299A4}" presName="node" presStyleLbl="node1" presStyleIdx="0" presStyleCnt="5">
        <dgm:presLayoutVars>
          <dgm:bulletEnabled val="1"/>
        </dgm:presLayoutVars>
      </dgm:prSet>
      <dgm:spPr/>
    </dgm:pt>
    <dgm:pt modelId="{31132F3E-A1B9-46C4-AA29-6EC32AA9E57D}" type="pres">
      <dgm:prSet presAssocID="{4204153D-9F80-4838-A494-B7CC652064DB}" presName="sibTrans" presStyleCnt="0"/>
      <dgm:spPr/>
    </dgm:pt>
    <dgm:pt modelId="{B0BA67B3-349F-4962-8961-F2E5EB7ED59C}" type="pres">
      <dgm:prSet presAssocID="{7607C061-9FD7-45D2-ADB3-0D97A592B1B0}" presName="node" presStyleLbl="node1" presStyleIdx="1" presStyleCnt="5">
        <dgm:presLayoutVars>
          <dgm:bulletEnabled val="1"/>
        </dgm:presLayoutVars>
      </dgm:prSet>
      <dgm:spPr/>
    </dgm:pt>
    <dgm:pt modelId="{96D6AC07-D4B2-4D19-B5E7-23E32C7273F0}" type="pres">
      <dgm:prSet presAssocID="{B9DBE76B-9CB3-4A33-B8C6-C68F3CAC467F}" presName="sibTrans" presStyleCnt="0"/>
      <dgm:spPr/>
    </dgm:pt>
    <dgm:pt modelId="{B7B353D0-4A7D-44DC-997B-0B990605DB88}" type="pres">
      <dgm:prSet presAssocID="{97E2C049-AC3C-451D-AF64-CF7415E64910}" presName="node" presStyleLbl="node1" presStyleIdx="2" presStyleCnt="5">
        <dgm:presLayoutVars>
          <dgm:bulletEnabled val="1"/>
        </dgm:presLayoutVars>
      </dgm:prSet>
      <dgm:spPr/>
    </dgm:pt>
    <dgm:pt modelId="{ADBDD0AE-F871-4336-8740-8C17C9ECC4FF}" type="pres">
      <dgm:prSet presAssocID="{15F45CEB-0CBA-4402-8C5A-1C3366E321F9}" presName="sibTrans" presStyleCnt="0"/>
      <dgm:spPr/>
    </dgm:pt>
    <dgm:pt modelId="{701E81CA-B608-4705-A118-4B996C0751A4}" type="pres">
      <dgm:prSet presAssocID="{95F0A845-B91E-4F48-AE91-C7D7E5762194}" presName="node" presStyleLbl="node1" presStyleIdx="3" presStyleCnt="5">
        <dgm:presLayoutVars>
          <dgm:bulletEnabled val="1"/>
        </dgm:presLayoutVars>
      </dgm:prSet>
      <dgm:spPr/>
    </dgm:pt>
    <dgm:pt modelId="{6B9A7901-3DAE-4C50-B532-51B3ADCA8EB0}" type="pres">
      <dgm:prSet presAssocID="{4E125485-162A-4914-9172-F2479D135F9C}" presName="sibTrans" presStyleCnt="0"/>
      <dgm:spPr/>
    </dgm:pt>
    <dgm:pt modelId="{6C6B495B-7335-42CD-B6D0-315CA1BFFB3D}" type="pres">
      <dgm:prSet presAssocID="{FFFAE36A-7854-449D-A850-E17B2E428FE2}" presName="node" presStyleLbl="node1" presStyleIdx="4" presStyleCnt="5">
        <dgm:presLayoutVars>
          <dgm:bulletEnabled val="1"/>
        </dgm:presLayoutVars>
      </dgm:prSet>
      <dgm:spPr/>
    </dgm:pt>
  </dgm:ptLst>
  <dgm:cxnLst>
    <dgm:cxn modelId="{FBCD5118-0744-4CE2-8AAD-574F5DE10BB3}" srcId="{AE1A8879-2F16-427F-961F-0E9E912D1DBA}" destId="{95F0A845-B91E-4F48-AE91-C7D7E5762194}" srcOrd="3" destOrd="0" parTransId="{15F9CCBD-FD78-4115-9F0D-1C337AF18748}" sibTransId="{4E125485-162A-4914-9172-F2479D135F9C}"/>
    <dgm:cxn modelId="{5C615F1B-038B-4D25-B20D-3CCA782EA4AC}" srcId="{AE1A8879-2F16-427F-961F-0E9E912D1DBA}" destId="{7607C061-9FD7-45D2-ADB3-0D97A592B1B0}" srcOrd="1" destOrd="0" parTransId="{9E66B01D-BE22-498F-B36A-13117031D9EE}" sibTransId="{B9DBE76B-9CB3-4A33-B8C6-C68F3CAC467F}"/>
    <dgm:cxn modelId="{E74C8869-0B0C-4C34-8092-78AD065EE6F6}" type="presOf" srcId="{7607C061-9FD7-45D2-ADB3-0D97A592B1B0}" destId="{B0BA67B3-349F-4962-8961-F2E5EB7ED59C}" srcOrd="0" destOrd="0" presId="urn:microsoft.com/office/officeart/2005/8/layout/default"/>
    <dgm:cxn modelId="{2D973876-1093-49D9-9B08-C6513930F1C1}" type="presOf" srcId="{97E2C049-AC3C-451D-AF64-CF7415E64910}" destId="{B7B353D0-4A7D-44DC-997B-0B990605DB88}" srcOrd="0" destOrd="0" presId="urn:microsoft.com/office/officeart/2005/8/layout/default"/>
    <dgm:cxn modelId="{0501C984-E4A0-4ABA-B1F2-CDB7F5B3AD71}" srcId="{AE1A8879-2F16-427F-961F-0E9E912D1DBA}" destId="{7D94E256-5B73-43AD-9EA8-6B139EF299A4}" srcOrd="0" destOrd="0" parTransId="{92292B20-7E8E-4D98-9B24-BC77462C73BA}" sibTransId="{4204153D-9F80-4838-A494-B7CC652064DB}"/>
    <dgm:cxn modelId="{17BE3894-AD9E-4EE2-913D-22ACDD9B6ABC}" srcId="{AE1A8879-2F16-427F-961F-0E9E912D1DBA}" destId="{FFFAE36A-7854-449D-A850-E17B2E428FE2}" srcOrd="4" destOrd="0" parTransId="{4EC0772E-2505-423D-A156-4F5FBB82AFD3}" sibTransId="{87C7B546-0EDC-4A67-9376-6F8DDAEC9B20}"/>
    <dgm:cxn modelId="{F3D2EF95-74C2-4EF8-B508-22640B0826C4}" type="presOf" srcId="{AE1A8879-2F16-427F-961F-0E9E912D1DBA}" destId="{D9B11136-87DB-4B06-9CDA-32305F6F48B6}" srcOrd="0" destOrd="0" presId="urn:microsoft.com/office/officeart/2005/8/layout/default"/>
    <dgm:cxn modelId="{47375EB1-B4E1-4B7C-BE61-DC17F352ED08}" type="presOf" srcId="{FFFAE36A-7854-449D-A850-E17B2E428FE2}" destId="{6C6B495B-7335-42CD-B6D0-315CA1BFFB3D}" srcOrd="0" destOrd="0" presId="urn:microsoft.com/office/officeart/2005/8/layout/default"/>
    <dgm:cxn modelId="{D54153CC-ADA0-4658-B776-22E9A26673D3}" type="presOf" srcId="{7D94E256-5B73-43AD-9EA8-6B139EF299A4}" destId="{55392C0E-1013-49B5-A1BE-BB5A5DDF9E2C}" srcOrd="0" destOrd="0" presId="urn:microsoft.com/office/officeart/2005/8/layout/default"/>
    <dgm:cxn modelId="{25EDB8D1-5C20-466F-BD21-237A7C2701D7}" type="presOf" srcId="{95F0A845-B91E-4F48-AE91-C7D7E5762194}" destId="{701E81CA-B608-4705-A118-4B996C0751A4}" srcOrd="0" destOrd="0" presId="urn:microsoft.com/office/officeart/2005/8/layout/default"/>
    <dgm:cxn modelId="{8A69BEFB-9BEA-4ECF-9D1C-C9074C4ED3B0}" srcId="{AE1A8879-2F16-427F-961F-0E9E912D1DBA}" destId="{97E2C049-AC3C-451D-AF64-CF7415E64910}" srcOrd="2" destOrd="0" parTransId="{DD4D6C93-F962-40AE-870F-A8C07070B8F5}" sibTransId="{15F45CEB-0CBA-4402-8C5A-1C3366E321F9}"/>
    <dgm:cxn modelId="{7AF001AD-C0F3-47F4-BBCF-2469658C09BC}" type="presParOf" srcId="{D9B11136-87DB-4B06-9CDA-32305F6F48B6}" destId="{55392C0E-1013-49B5-A1BE-BB5A5DDF9E2C}" srcOrd="0" destOrd="0" presId="urn:microsoft.com/office/officeart/2005/8/layout/default"/>
    <dgm:cxn modelId="{5CDE659C-D3B0-4ADA-9C46-F667FFD09A6E}" type="presParOf" srcId="{D9B11136-87DB-4B06-9CDA-32305F6F48B6}" destId="{31132F3E-A1B9-46C4-AA29-6EC32AA9E57D}" srcOrd="1" destOrd="0" presId="urn:microsoft.com/office/officeart/2005/8/layout/default"/>
    <dgm:cxn modelId="{8DB9B09D-DD35-48FB-BA15-85D3392A0E9C}" type="presParOf" srcId="{D9B11136-87DB-4B06-9CDA-32305F6F48B6}" destId="{B0BA67B3-349F-4962-8961-F2E5EB7ED59C}" srcOrd="2" destOrd="0" presId="urn:microsoft.com/office/officeart/2005/8/layout/default"/>
    <dgm:cxn modelId="{BA8904AB-B608-4470-820F-BCAF63344C6F}" type="presParOf" srcId="{D9B11136-87DB-4B06-9CDA-32305F6F48B6}" destId="{96D6AC07-D4B2-4D19-B5E7-23E32C7273F0}" srcOrd="3" destOrd="0" presId="urn:microsoft.com/office/officeart/2005/8/layout/default"/>
    <dgm:cxn modelId="{7ADE600D-FA8D-446B-B62A-235E4F1A71A3}" type="presParOf" srcId="{D9B11136-87DB-4B06-9CDA-32305F6F48B6}" destId="{B7B353D0-4A7D-44DC-997B-0B990605DB88}" srcOrd="4" destOrd="0" presId="urn:microsoft.com/office/officeart/2005/8/layout/default"/>
    <dgm:cxn modelId="{5B9F76DC-87F9-429F-92DD-D5313EBACEE7}" type="presParOf" srcId="{D9B11136-87DB-4B06-9CDA-32305F6F48B6}" destId="{ADBDD0AE-F871-4336-8740-8C17C9ECC4FF}" srcOrd="5" destOrd="0" presId="urn:microsoft.com/office/officeart/2005/8/layout/default"/>
    <dgm:cxn modelId="{A9AF6639-9C4B-47CF-8EB5-5ABEBADB7172}" type="presParOf" srcId="{D9B11136-87DB-4B06-9CDA-32305F6F48B6}" destId="{701E81CA-B608-4705-A118-4B996C0751A4}" srcOrd="6" destOrd="0" presId="urn:microsoft.com/office/officeart/2005/8/layout/default"/>
    <dgm:cxn modelId="{F9EB8243-5FC2-4805-9BBC-2C1EF1BEE802}" type="presParOf" srcId="{D9B11136-87DB-4B06-9CDA-32305F6F48B6}" destId="{6B9A7901-3DAE-4C50-B532-51B3ADCA8EB0}" srcOrd="7" destOrd="0" presId="urn:microsoft.com/office/officeart/2005/8/layout/default"/>
    <dgm:cxn modelId="{AE4762D9-0B9A-40D6-9DC4-B2775FEE4CCB}" type="presParOf" srcId="{D9B11136-87DB-4B06-9CDA-32305F6F48B6}" destId="{6C6B495B-7335-42CD-B6D0-315CA1BFFB3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8015D88-FBF0-4641-B356-3FC4623F3DB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E7FAEA-C9C7-487B-B526-EA86EEC4A842}">
      <dgm:prSet phldrT="[Text]"/>
      <dgm:spPr/>
      <dgm:t>
        <a:bodyPr/>
        <a:lstStyle/>
        <a:p>
          <a:r>
            <a:rPr lang="en-US"/>
            <a:t>Organization Chart 1</a:t>
          </a:r>
        </a:p>
      </dgm:t>
    </dgm:pt>
    <dgm:pt modelId="{785C049A-B081-43F9-B008-5F41351D2C11}" type="parTrans" cxnId="{C3EC1336-56E6-426C-80E0-2661A76754AF}">
      <dgm:prSet/>
      <dgm:spPr/>
      <dgm:t>
        <a:bodyPr/>
        <a:lstStyle/>
        <a:p>
          <a:endParaRPr lang="en-US"/>
        </a:p>
      </dgm:t>
    </dgm:pt>
    <dgm:pt modelId="{31CCF0E1-57B3-41CD-9ECD-D4A511EB38EE}" type="sibTrans" cxnId="{C3EC1336-56E6-426C-80E0-2661A76754AF}">
      <dgm:prSet/>
      <dgm:spPr/>
      <dgm:t>
        <a:bodyPr/>
        <a:lstStyle/>
        <a:p>
          <a:endParaRPr lang="en-US"/>
        </a:p>
      </dgm:t>
    </dgm:pt>
    <dgm:pt modelId="{0E026141-0A93-4C6B-ADA6-C0C458EAD2CA}" type="asst">
      <dgm:prSet phldrT="[Text]"/>
      <dgm:spPr/>
      <dgm:t>
        <a:bodyPr/>
        <a:lstStyle/>
        <a:p>
          <a:r>
            <a:rPr lang="en-US"/>
            <a:t>Organization Chart 2</a:t>
          </a:r>
        </a:p>
      </dgm:t>
    </dgm:pt>
    <dgm:pt modelId="{B9AC8348-0C06-4575-8CB8-B34D07B684FC}" type="parTrans" cxnId="{0DD0CAF4-9AB5-4716-A59A-ADB2D893B27E}">
      <dgm:prSet/>
      <dgm:spPr/>
      <dgm:t>
        <a:bodyPr/>
        <a:lstStyle/>
        <a:p>
          <a:endParaRPr lang="en-US"/>
        </a:p>
      </dgm:t>
    </dgm:pt>
    <dgm:pt modelId="{436FA0AD-851E-45AC-8A4B-EB818840E492}" type="sibTrans" cxnId="{0DD0CAF4-9AB5-4716-A59A-ADB2D893B27E}">
      <dgm:prSet/>
      <dgm:spPr/>
      <dgm:t>
        <a:bodyPr/>
        <a:lstStyle/>
        <a:p>
          <a:endParaRPr lang="en-US"/>
        </a:p>
      </dgm:t>
    </dgm:pt>
    <dgm:pt modelId="{94FC19E3-0385-4CC1-BD51-49A72E900328}">
      <dgm:prSet phldrT="[Text]"/>
      <dgm:spPr/>
      <dgm:t>
        <a:bodyPr/>
        <a:lstStyle/>
        <a:p>
          <a:r>
            <a:rPr lang="en-US"/>
            <a:t>Organization Chart 3</a:t>
          </a:r>
        </a:p>
      </dgm:t>
    </dgm:pt>
    <dgm:pt modelId="{399772E2-3482-4AAA-A96B-6C026BF41EA2}" type="parTrans" cxnId="{1221DEBC-FFDD-4384-A1DE-E53078D62CE4}">
      <dgm:prSet/>
      <dgm:spPr/>
      <dgm:t>
        <a:bodyPr/>
        <a:lstStyle/>
        <a:p>
          <a:endParaRPr lang="en-US"/>
        </a:p>
      </dgm:t>
    </dgm:pt>
    <dgm:pt modelId="{BB7B1B7C-76AA-400F-B638-2CCAD77540A0}" type="sibTrans" cxnId="{1221DEBC-FFDD-4384-A1DE-E53078D62CE4}">
      <dgm:prSet/>
      <dgm:spPr/>
      <dgm:t>
        <a:bodyPr/>
        <a:lstStyle/>
        <a:p>
          <a:endParaRPr lang="en-US"/>
        </a:p>
      </dgm:t>
    </dgm:pt>
    <dgm:pt modelId="{4EDA2F7A-C05D-4877-9F2A-7C79D37E0091}">
      <dgm:prSet phldrT="[Text]"/>
      <dgm:spPr/>
      <dgm:t>
        <a:bodyPr/>
        <a:lstStyle/>
        <a:p>
          <a:r>
            <a:rPr lang="en-US"/>
            <a:t>Organization Chart 4</a:t>
          </a:r>
        </a:p>
      </dgm:t>
    </dgm:pt>
    <dgm:pt modelId="{CEE7CDFC-3AB8-4663-AB4A-BC4B805DD8C9}" type="parTrans" cxnId="{DEF27424-20DF-43A0-9794-C8BA25CE4A41}">
      <dgm:prSet/>
      <dgm:spPr/>
      <dgm:t>
        <a:bodyPr/>
        <a:lstStyle/>
        <a:p>
          <a:endParaRPr lang="en-US"/>
        </a:p>
      </dgm:t>
    </dgm:pt>
    <dgm:pt modelId="{91388D73-EF1E-4C39-8AD1-0602B6832F63}" type="sibTrans" cxnId="{DEF27424-20DF-43A0-9794-C8BA25CE4A41}">
      <dgm:prSet/>
      <dgm:spPr/>
      <dgm:t>
        <a:bodyPr/>
        <a:lstStyle/>
        <a:p>
          <a:endParaRPr lang="en-US"/>
        </a:p>
      </dgm:t>
    </dgm:pt>
    <dgm:pt modelId="{1DCED1FE-603C-4572-B14A-569D2263FC5E}">
      <dgm:prSet phldrT="[Text]"/>
      <dgm:spPr/>
      <dgm:t>
        <a:bodyPr/>
        <a:lstStyle/>
        <a:p>
          <a:r>
            <a:rPr lang="en-US"/>
            <a:t>Organization Chart 5</a:t>
          </a:r>
        </a:p>
      </dgm:t>
    </dgm:pt>
    <dgm:pt modelId="{ADA0C1AD-2C60-4C36-A06B-8C5181914D11}" type="parTrans" cxnId="{9E31CE62-4076-43A9-86B1-612B06F34BFF}">
      <dgm:prSet/>
      <dgm:spPr/>
      <dgm:t>
        <a:bodyPr/>
        <a:lstStyle/>
        <a:p>
          <a:endParaRPr lang="en-US"/>
        </a:p>
      </dgm:t>
    </dgm:pt>
    <dgm:pt modelId="{F2DD64A4-F72D-4D4C-BFF7-EB7521798045}" type="sibTrans" cxnId="{9E31CE62-4076-43A9-86B1-612B06F34BFF}">
      <dgm:prSet/>
      <dgm:spPr/>
      <dgm:t>
        <a:bodyPr/>
        <a:lstStyle/>
        <a:p>
          <a:endParaRPr lang="en-US"/>
        </a:p>
      </dgm:t>
    </dgm:pt>
    <dgm:pt modelId="{FFACBC82-2954-46CC-BDF9-0CCD93E03045}" type="pres">
      <dgm:prSet presAssocID="{38015D88-FBF0-4641-B356-3FC4623F3D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F6220AF-2BB2-45BB-BB8D-0E6A8D076F20}" type="pres">
      <dgm:prSet presAssocID="{46E7FAEA-C9C7-487B-B526-EA86EEC4A842}" presName="hierRoot1" presStyleCnt="0">
        <dgm:presLayoutVars>
          <dgm:hierBranch val="init"/>
        </dgm:presLayoutVars>
      </dgm:prSet>
      <dgm:spPr/>
    </dgm:pt>
    <dgm:pt modelId="{FA7FE513-182B-48B4-A357-B862900400C0}" type="pres">
      <dgm:prSet presAssocID="{46E7FAEA-C9C7-487B-B526-EA86EEC4A842}" presName="rootComposite1" presStyleCnt="0"/>
      <dgm:spPr/>
    </dgm:pt>
    <dgm:pt modelId="{FB630004-A6CF-4421-95B3-CFA08880E013}" type="pres">
      <dgm:prSet presAssocID="{46E7FAEA-C9C7-487B-B526-EA86EEC4A842}" presName="rootText1" presStyleLbl="node0" presStyleIdx="0" presStyleCnt="1">
        <dgm:presLayoutVars>
          <dgm:chPref val="3"/>
        </dgm:presLayoutVars>
      </dgm:prSet>
      <dgm:spPr/>
    </dgm:pt>
    <dgm:pt modelId="{772F1E0C-8B69-46BD-8DFE-CB0B73610C53}" type="pres">
      <dgm:prSet presAssocID="{46E7FAEA-C9C7-487B-B526-EA86EEC4A842}" presName="rootConnector1" presStyleLbl="node1" presStyleIdx="0" presStyleCnt="0"/>
      <dgm:spPr/>
    </dgm:pt>
    <dgm:pt modelId="{214CBEFB-26EB-4FB1-AA80-57573EAFFFE2}" type="pres">
      <dgm:prSet presAssocID="{46E7FAEA-C9C7-487B-B526-EA86EEC4A842}" presName="hierChild2" presStyleCnt="0"/>
      <dgm:spPr/>
    </dgm:pt>
    <dgm:pt modelId="{A950BFFC-4FDE-4537-80A4-CEBDE0FB359D}" type="pres">
      <dgm:prSet presAssocID="{399772E2-3482-4AAA-A96B-6C026BF41EA2}" presName="Name37" presStyleLbl="parChTrans1D2" presStyleIdx="0" presStyleCnt="4"/>
      <dgm:spPr/>
    </dgm:pt>
    <dgm:pt modelId="{06DC24F7-631B-4AB4-AE2D-58C1F8E78BA5}" type="pres">
      <dgm:prSet presAssocID="{94FC19E3-0385-4CC1-BD51-49A72E900328}" presName="hierRoot2" presStyleCnt="0">
        <dgm:presLayoutVars>
          <dgm:hierBranch val="init"/>
        </dgm:presLayoutVars>
      </dgm:prSet>
      <dgm:spPr/>
    </dgm:pt>
    <dgm:pt modelId="{C1F4BD5F-965F-4FE4-8999-FB29759EC4E7}" type="pres">
      <dgm:prSet presAssocID="{94FC19E3-0385-4CC1-BD51-49A72E900328}" presName="rootComposite" presStyleCnt="0"/>
      <dgm:spPr/>
    </dgm:pt>
    <dgm:pt modelId="{DDD84233-5376-46AE-A52B-D7A4917E407D}" type="pres">
      <dgm:prSet presAssocID="{94FC19E3-0385-4CC1-BD51-49A72E900328}" presName="rootText" presStyleLbl="node2" presStyleIdx="0" presStyleCnt="3">
        <dgm:presLayoutVars>
          <dgm:chPref val="3"/>
        </dgm:presLayoutVars>
      </dgm:prSet>
      <dgm:spPr/>
    </dgm:pt>
    <dgm:pt modelId="{B2228DE8-9452-4523-9CE7-2E587A95FCA0}" type="pres">
      <dgm:prSet presAssocID="{94FC19E3-0385-4CC1-BD51-49A72E900328}" presName="rootConnector" presStyleLbl="node2" presStyleIdx="0" presStyleCnt="3"/>
      <dgm:spPr/>
    </dgm:pt>
    <dgm:pt modelId="{69DB4581-F1D6-43DC-8EC7-1B6D25EFF4A3}" type="pres">
      <dgm:prSet presAssocID="{94FC19E3-0385-4CC1-BD51-49A72E900328}" presName="hierChild4" presStyleCnt="0"/>
      <dgm:spPr/>
    </dgm:pt>
    <dgm:pt modelId="{7F3FEE87-7A91-484D-89AA-1353BB7A6EF0}" type="pres">
      <dgm:prSet presAssocID="{94FC19E3-0385-4CC1-BD51-49A72E900328}" presName="hierChild5" presStyleCnt="0"/>
      <dgm:spPr/>
    </dgm:pt>
    <dgm:pt modelId="{21738A93-2848-4ECE-90B5-C27FA72A87FA}" type="pres">
      <dgm:prSet presAssocID="{CEE7CDFC-3AB8-4663-AB4A-BC4B805DD8C9}" presName="Name37" presStyleLbl="parChTrans1D2" presStyleIdx="1" presStyleCnt="4"/>
      <dgm:spPr/>
    </dgm:pt>
    <dgm:pt modelId="{C34FB9AE-9033-4FBC-BDF5-45241936E2A9}" type="pres">
      <dgm:prSet presAssocID="{4EDA2F7A-C05D-4877-9F2A-7C79D37E0091}" presName="hierRoot2" presStyleCnt="0">
        <dgm:presLayoutVars>
          <dgm:hierBranch val="init"/>
        </dgm:presLayoutVars>
      </dgm:prSet>
      <dgm:spPr/>
    </dgm:pt>
    <dgm:pt modelId="{BCCB7CEE-0F8B-46FE-9D8A-7E5A58FE953A}" type="pres">
      <dgm:prSet presAssocID="{4EDA2F7A-C05D-4877-9F2A-7C79D37E0091}" presName="rootComposite" presStyleCnt="0"/>
      <dgm:spPr/>
    </dgm:pt>
    <dgm:pt modelId="{DD4FAEFF-8922-41F4-B8B9-C475580F6D00}" type="pres">
      <dgm:prSet presAssocID="{4EDA2F7A-C05D-4877-9F2A-7C79D37E0091}" presName="rootText" presStyleLbl="node2" presStyleIdx="1" presStyleCnt="3">
        <dgm:presLayoutVars>
          <dgm:chPref val="3"/>
        </dgm:presLayoutVars>
      </dgm:prSet>
      <dgm:spPr/>
    </dgm:pt>
    <dgm:pt modelId="{695891F5-349C-4709-A9E6-8F6201131E9A}" type="pres">
      <dgm:prSet presAssocID="{4EDA2F7A-C05D-4877-9F2A-7C79D37E0091}" presName="rootConnector" presStyleLbl="node2" presStyleIdx="1" presStyleCnt="3"/>
      <dgm:spPr/>
    </dgm:pt>
    <dgm:pt modelId="{9DE42AAC-898D-47AD-A548-4F6FBBE36A2D}" type="pres">
      <dgm:prSet presAssocID="{4EDA2F7A-C05D-4877-9F2A-7C79D37E0091}" presName="hierChild4" presStyleCnt="0"/>
      <dgm:spPr/>
    </dgm:pt>
    <dgm:pt modelId="{28EBCC19-4F7B-4C20-8DC0-3954E7A95D8D}" type="pres">
      <dgm:prSet presAssocID="{4EDA2F7A-C05D-4877-9F2A-7C79D37E0091}" presName="hierChild5" presStyleCnt="0"/>
      <dgm:spPr/>
    </dgm:pt>
    <dgm:pt modelId="{DDF92F37-5516-42EB-82BF-83D1010F702E}" type="pres">
      <dgm:prSet presAssocID="{ADA0C1AD-2C60-4C36-A06B-8C5181914D11}" presName="Name37" presStyleLbl="parChTrans1D2" presStyleIdx="2" presStyleCnt="4"/>
      <dgm:spPr/>
    </dgm:pt>
    <dgm:pt modelId="{DA107387-F0E7-41E3-B8BB-B779A7FF383D}" type="pres">
      <dgm:prSet presAssocID="{1DCED1FE-603C-4572-B14A-569D2263FC5E}" presName="hierRoot2" presStyleCnt="0">
        <dgm:presLayoutVars>
          <dgm:hierBranch val="init"/>
        </dgm:presLayoutVars>
      </dgm:prSet>
      <dgm:spPr/>
    </dgm:pt>
    <dgm:pt modelId="{68C7A629-5178-4352-BA84-59C64C266896}" type="pres">
      <dgm:prSet presAssocID="{1DCED1FE-603C-4572-B14A-569D2263FC5E}" presName="rootComposite" presStyleCnt="0"/>
      <dgm:spPr/>
    </dgm:pt>
    <dgm:pt modelId="{F365CDC2-33C8-40A8-B361-AB688EFF6F79}" type="pres">
      <dgm:prSet presAssocID="{1DCED1FE-603C-4572-B14A-569D2263FC5E}" presName="rootText" presStyleLbl="node2" presStyleIdx="2" presStyleCnt="3">
        <dgm:presLayoutVars>
          <dgm:chPref val="3"/>
        </dgm:presLayoutVars>
      </dgm:prSet>
      <dgm:spPr/>
    </dgm:pt>
    <dgm:pt modelId="{9C56CFF7-2615-4CC3-85E4-CF13EE67C063}" type="pres">
      <dgm:prSet presAssocID="{1DCED1FE-603C-4572-B14A-569D2263FC5E}" presName="rootConnector" presStyleLbl="node2" presStyleIdx="2" presStyleCnt="3"/>
      <dgm:spPr/>
    </dgm:pt>
    <dgm:pt modelId="{5B2ADF72-B94A-4A85-95A0-CAA64F2F11FD}" type="pres">
      <dgm:prSet presAssocID="{1DCED1FE-603C-4572-B14A-569D2263FC5E}" presName="hierChild4" presStyleCnt="0"/>
      <dgm:spPr/>
    </dgm:pt>
    <dgm:pt modelId="{53305763-9F83-45F0-A36A-05B63F818417}" type="pres">
      <dgm:prSet presAssocID="{1DCED1FE-603C-4572-B14A-569D2263FC5E}" presName="hierChild5" presStyleCnt="0"/>
      <dgm:spPr/>
    </dgm:pt>
    <dgm:pt modelId="{B130B494-0DE2-4426-BE5E-7B1A9BAD193B}" type="pres">
      <dgm:prSet presAssocID="{46E7FAEA-C9C7-487B-B526-EA86EEC4A842}" presName="hierChild3" presStyleCnt="0"/>
      <dgm:spPr/>
    </dgm:pt>
    <dgm:pt modelId="{B55A3C9B-00AC-4E0D-97DE-7E4D189E3A22}" type="pres">
      <dgm:prSet presAssocID="{B9AC8348-0C06-4575-8CB8-B34D07B684FC}" presName="Name111" presStyleLbl="parChTrans1D2" presStyleIdx="3" presStyleCnt="4"/>
      <dgm:spPr/>
    </dgm:pt>
    <dgm:pt modelId="{D1884017-4336-4F89-974D-7D299A8B2BD2}" type="pres">
      <dgm:prSet presAssocID="{0E026141-0A93-4C6B-ADA6-C0C458EAD2CA}" presName="hierRoot3" presStyleCnt="0">
        <dgm:presLayoutVars>
          <dgm:hierBranch val="init"/>
        </dgm:presLayoutVars>
      </dgm:prSet>
      <dgm:spPr/>
    </dgm:pt>
    <dgm:pt modelId="{05D74FC4-0CA3-4590-B21F-21AB982C82D8}" type="pres">
      <dgm:prSet presAssocID="{0E026141-0A93-4C6B-ADA6-C0C458EAD2CA}" presName="rootComposite3" presStyleCnt="0"/>
      <dgm:spPr/>
    </dgm:pt>
    <dgm:pt modelId="{A1561DD0-D40D-4522-8631-DD41BAB548C6}" type="pres">
      <dgm:prSet presAssocID="{0E026141-0A93-4C6B-ADA6-C0C458EAD2CA}" presName="rootText3" presStyleLbl="asst1" presStyleIdx="0" presStyleCnt="1">
        <dgm:presLayoutVars>
          <dgm:chPref val="3"/>
        </dgm:presLayoutVars>
      </dgm:prSet>
      <dgm:spPr/>
    </dgm:pt>
    <dgm:pt modelId="{5A319B99-CE7D-4C29-9E86-2D11A242A9C7}" type="pres">
      <dgm:prSet presAssocID="{0E026141-0A93-4C6B-ADA6-C0C458EAD2CA}" presName="rootConnector3" presStyleLbl="asst1" presStyleIdx="0" presStyleCnt="1"/>
      <dgm:spPr/>
    </dgm:pt>
    <dgm:pt modelId="{3A24E1F1-133A-4469-86D4-F20E7C2C7F05}" type="pres">
      <dgm:prSet presAssocID="{0E026141-0A93-4C6B-ADA6-C0C458EAD2CA}" presName="hierChild6" presStyleCnt="0"/>
      <dgm:spPr/>
    </dgm:pt>
    <dgm:pt modelId="{2F3E2BA1-FE19-43D4-A619-8698F7F659C9}" type="pres">
      <dgm:prSet presAssocID="{0E026141-0A93-4C6B-ADA6-C0C458EAD2CA}" presName="hierChild7" presStyleCnt="0"/>
      <dgm:spPr/>
    </dgm:pt>
  </dgm:ptLst>
  <dgm:cxnLst>
    <dgm:cxn modelId="{F3AFCB10-C778-4914-8437-CD66BCAF8C7A}" type="presOf" srcId="{B9AC8348-0C06-4575-8CB8-B34D07B684FC}" destId="{B55A3C9B-00AC-4E0D-97DE-7E4D189E3A22}" srcOrd="0" destOrd="0" presId="urn:microsoft.com/office/officeart/2005/8/layout/orgChart1"/>
    <dgm:cxn modelId="{DEF27424-20DF-43A0-9794-C8BA25CE4A41}" srcId="{46E7FAEA-C9C7-487B-B526-EA86EEC4A842}" destId="{4EDA2F7A-C05D-4877-9F2A-7C79D37E0091}" srcOrd="2" destOrd="0" parTransId="{CEE7CDFC-3AB8-4663-AB4A-BC4B805DD8C9}" sibTransId="{91388D73-EF1E-4C39-8AD1-0602B6832F63}"/>
    <dgm:cxn modelId="{FF61CB25-22E5-415F-A3C9-25DE0F192941}" type="presOf" srcId="{4EDA2F7A-C05D-4877-9F2A-7C79D37E0091}" destId="{695891F5-349C-4709-A9E6-8F6201131E9A}" srcOrd="1" destOrd="0" presId="urn:microsoft.com/office/officeart/2005/8/layout/orgChart1"/>
    <dgm:cxn modelId="{E4F80533-21D4-4035-92F0-9EEDDCD03945}" type="presOf" srcId="{1DCED1FE-603C-4572-B14A-569D2263FC5E}" destId="{F365CDC2-33C8-40A8-B361-AB688EFF6F79}" srcOrd="0" destOrd="0" presId="urn:microsoft.com/office/officeart/2005/8/layout/orgChart1"/>
    <dgm:cxn modelId="{C3EC1336-56E6-426C-80E0-2661A76754AF}" srcId="{38015D88-FBF0-4641-B356-3FC4623F3DB8}" destId="{46E7FAEA-C9C7-487B-B526-EA86EEC4A842}" srcOrd="0" destOrd="0" parTransId="{785C049A-B081-43F9-B008-5F41351D2C11}" sibTransId="{31CCF0E1-57B3-41CD-9ECD-D4A511EB38EE}"/>
    <dgm:cxn modelId="{0D46C562-691C-437B-A14B-E7C7872A55F0}" type="presOf" srcId="{1DCED1FE-603C-4572-B14A-569D2263FC5E}" destId="{9C56CFF7-2615-4CC3-85E4-CF13EE67C063}" srcOrd="1" destOrd="0" presId="urn:microsoft.com/office/officeart/2005/8/layout/orgChart1"/>
    <dgm:cxn modelId="{9E31CE62-4076-43A9-86B1-612B06F34BFF}" srcId="{46E7FAEA-C9C7-487B-B526-EA86EEC4A842}" destId="{1DCED1FE-603C-4572-B14A-569D2263FC5E}" srcOrd="3" destOrd="0" parTransId="{ADA0C1AD-2C60-4C36-A06B-8C5181914D11}" sibTransId="{F2DD64A4-F72D-4D4C-BFF7-EB7521798045}"/>
    <dgm:cxn modelId="{A7107E71-465F-49DC-AE88-D52C0E9DA161}" type="presOf" srcId="{399772E2-3482-4AAA-A96B-6C026BF41EA2}" destId="{A950BFFC-4FDE-4537-80A4-CEBDE0FB359D}" srcOrd="0" destOrd="0" presId="urn:microsoft.com/office/officeart/2005/8/layout/orgChart1"/>
    <dgm:cxn modelId="{9BDF1752-8183-4EC8-8D6A-DB19FAB6E13B}" type="presOf" srcId="{4EDA2F7A-C05D-4877-9F2A-7C79D37E0091}" destId="{DD4FAEFF-8922-41F4-B8B9-C475580F6D00}" srcOrd="0" destOrd="0" presId="urn:microsoft.com/office/officeart/2005/8/layout/orgChart1"/>
    <dgm:cxn modelId="{109BA072-DC9D-43FD-99A1-385094DFB666}" type="presOf" srcId="{94FC19E3-0385-4CC1-BD51-49A72E900328}" destId="{B2228DE8-9452-4523-9CE7-2E587A95FCA0}" srcOrd="1" destOrd="0" presId="urn:microsoft.com/office/officeart/2005/8/layout/orgChart1"/>
    <dgm:cxn modelId="{68F2F473-862C-48E6-A20D-79D96873B66A}" type="presOf" srcId="{0E026141-0A93-4C6B-ADA6-C0C458EAD2CA}" destId="{A1561DD0-D40D-4522-8631-DD41BAB548C6}" srcOrd="0" destOrd="0" presId="urn:microsoft.com/office/officeart/2005/8/layout/orgChart1"/>
    <dgm:cxn modelId="{34B28481-4CA9-4868-AC18-2C6E01279835}" type="presOf" srcId="{46E7FAEA-C9C7-487B-B526-EA86EEC4A842}" destId="{FB630004-A6CF-4421-95B3-CFA08880E013}" srcOrd="0" destOrd="0" presId="urn:microsoft.com/office/officeart/2005/8/layout/orgChart1"/>
    <dgm:cxn modelId="{BC4046B4-B3BA-40D0-B8C3-332A79689F6F}" type="presOf" srcId="{ADA0C1AD-2C60-4C36-A06B-8C5181914D11}" destId="{DDF92F37-5516-42EB-82BF-83D1010F702E}" srcOrd="0" destOrd="0" presId="urn:microsoft.com/office/officeart/2005/8/layout/orgChart1"/>
    <dgm:cxn modelId="{1221DEBC-FFDD-4384-A1DE-E53078D62CE4}" srcId="{46E7FAEA-C9C7-487B-B526-EA86EEC4A842}" destId="{94FC19E3-0385-4CC1-BD51-49A72E900328}" srcOrd="1" destOrd="0" parTransId="{399772E2-3482-4AAA-A96B-6C026BF41EA2}" sibTransId="{BB7B1B7C-76AA-400F-B638-2CCAD77540A0}"/>
    <dgm:cxn modelId="{116E4CC0-93AF-4BFE-B8CB-F60C22973E9F}" type="presOf" srcId="{46E7FAEA-C9C7-487B-B526-EA86EEC4A842}" destId="{772F1E0C-8B69-46BD-8DFE-CB0B73610C53}" srcOrd="1" destOrd="0" presId="urn:microsoft.com/office/officeart/2005/8/layout/orgChart1"/>
    <dgm:cxn modelId="{5C7BBFC7-ACE5-440D-8689-374436DD575A}" type="presOf" srcId="{38015D88-FBF0-4641-B356-3FC4623F3DB8}" destId="{FFACBC82-2954-46CC-BDF9-0CCD93E03045}" srcOrd="0" destOrd="0" presId="urn:microsoft.com/office/officeart/2005/8/layout/orgChart1"/>
    <dgm:cxn modelId="{5DD823DD-BCFB-4FD2-BF96-14B8F695D21F}" type="presOf" srcId="{0E026141-0A93-4C6B-ADA6-C0C458EAD2CA}" destId="{5A319B99-CE7D-4C29-9E86-2D11A242A9C7}" srcOrd="1" destOrd="0" presId="urn:microsoft.com/office/officeart/2005/8/layout/orgChart1"/>
    <dgm:cxn modelId="{8BC84AEA-BEB2-49A0-821E-876359769BC2}" type="presOf" srcId="{CEE7CDFC-3AB8-4663-AB4A-BC4B805DD8C9}" destId="{21738A93-2848-4ECE-90B5-C27FA72A87FA}" srcOrd="0" destOrd="0" presId="urn:microsoft.com/office/officeart/2005/8/layout/orgChart1"/>
    <dgm:cxn modelId="{0DD0CAF4-9AB5-4716-A59A-ADB2D893B27E}" srcId="{46E7FAEA-C9C7-487B-B526-EA86EEC4A842}" destId="{0E026141-0A93-4C6B-ADA6-C0C458EAD2CA}" srcOrd="0" destOrd="0" parTransId="{B9AC8348-0C06-4575-8CB8-B34D07B684FC}" sibTransId="{436FA0AD-851E-45AC-8A4B-EB818840E492}"/>
    <dgm:cxn modelId="{E8FE57F6-D3DD-4065-AA69-DD1B8210B55D}" type="presOf" srcId="{94FC19E3-0385-4CC1-BD51-49A72E900328}" destId="{DDD84233-5376-46AE-A52B-D7A4917E407D}" srcOrd="0" destOrd="0" presId="urn:microsoft.com/office/officeart/2005/8/layout/orgChart1"/>
    <dgm:cxn modelId="{9C420465-94CE-4A36-BA82-92E7A8456788}" type="presParOf" srcId="{FFACBC82-2954-46CC-BDF9-0CCD93E03045}" destId="{8F6220AF-2BB2-45BB-BB8D-0E6A8D076F20}" srcOrd="0" destOrd="0" presId="urn:microsoft.com/office/officeart/2005/8/layout/orgChart1"/>
    <dgm:cxn modelId="{179F8329-E50A-4A5C-BAEA-0845E10CCE6A}" type="presParOf" srcId="{8F6220AF-2BB2-45BB-BB8D-0E6A8D076F20}" destId="{FA7FE513-182B-48B4-A357-B862900400C0}" srcOrd="0" destOrd="0" presId="urn:microsoft.com/office/officeart/2005/8/layout/orgChart1"/>
    <dgm:cxn modelId="{FEBD70E1-E681-4CC0-8105-BC6658F81EEA}" type="presParOf" srcId="{FA7FE513-182B-48B4-A357-B862900400C0}" destId="{FB630004-A6CF-4421-95B3-CFA08880E013}" srcOrd="0" destOrd="0" presId="urn:microsoft.com/office/officeart/2005/8/layout/orgChart1"/>
    <dgm:cxn modelId="{70F8D87B-81CA-4607-BB7D-50C2374353D2}" type="presParOf" srcId="{FA7FE513-182B-48B4-A357-B862900400C0}" destId="{772F1E0C-8B69-46BD-8DFE-CB0B73610C53}" srcOrd="1" destOrd="0" presId="urn:microsoft.com/office/officeart/2005/8/layout/orgChart1"/>
    <dgm:cxn modelId="{05F5053C-3C62-4793-9A48-5B8B8A7DD1E5}" type="presParOf" srcId="{8F6220AF-2BB2-45BB-BB8D-0E6A8D076F20}" destId="{214CBEFB-26EB-4FB1-AA80-57573EAFFFE2}" srcOrd="1" destOrd="0" presId="urn:microsoft.com/office/officeart/2005/8/layout/orgChart1"/>
    <dgm:cxn modelId="{028A9071-03E1-4B6C-ADB6-E968BCA7BB30}" type="presParOf" srcId="{214CBEFB-26EB-4FB1-AA80-57573EAFFFE2}" destId="{A950BFFC-4FDE-4537-80A4-CEBDE0FB359D}" srcOrd="0" destOrd="0" presId="urn:microsoft.com/office/officeart/2005/8/layout/orgChart1"/>
    <dgm:cxn modelId="{AA60EB1C-8DB4-442C-A16C-E8CE8AE9A89C}" type="presParOf" srcId="{214CBEFB-26EB-4FB1-AA80-57573EAFFFE2}" destId="{06DC24F7-631B-4AB4-AE2D-58C1F8E78BA5}" srcOrd="1" destOrd="0" presId="urn:microsoft.com/office/officeart/2005/8/layout/orgChart1"/>
    <dgm:cxn modelId="{DA6CF665-73FC-45B1-B04C-BBB8B1FAF6EE}" type="presParOf" srcId="{06DC24F7-631B-4AB4-AE2D-58C1F8E78BA5}" destId="{C1F4BD5F-965F-4FE4-8999-FB29759EC4E7}" srcOrd="0" destOrd="0" presId="urn:microsoft.com/office/officeart/2005/8/layout/orgChart1"/>
    <dgm:cxn modelId="{A83B1F55-9CB7-4457-AACA-EAE724BBC647}" type="presParOf" srcId="{C1F4BD5F-965F-4FE4-8999-FB29759EC4E7}" destId="{DDD84233-5376-46AE-A52B-D7A4917E407D}" srcOrd="0" destOrd="0" presId="urn:microsoft.com/office/officeart/2005/8/layout/orgChart1"/>
    <dgm:cxn modelId="{540FFE65-DB64-4386-9E3A-FCF9C6DC1CF4}" type="presParOf" srcId="{C1F4BD5F-965F-4FE4-8999-FB29759EC4E7}" destId="{B2228DE8-9452-4523-9CE7-2E587A95FCA0}" srcOrd="1" destOrd="0" presId="urn:microsoft.com/office/officeart/2005/8/layout/orgChart1"/>
    <dgm:cxn modelId="{2B69346E-E794-4A4F-B12E-806E9355A23E}" type="presParOf" srcId="{06DC24F7-631B-4AB4-AE2D-58C1F8E78BA5}" destId="{69DB4581-F1D6-43DC-8EC7-1B6D25EFF4A3}" srcOrd="1" destOrd="0" presId="urn:microsoft.com/office/officeart/2005/8/layout/orgChart1"/>
    <dgm:cxn modelId="{CDB376E5-F367-4888-962F-AB0B820A4B66}" type="presParOf" srcId="{06DC24F7-631B-4AB4-AE2D-58C1F8E78BA5}" destId="{7F3FEE87-7A91-484D-89AA-1353BB7A6EF0}" srcOrd="2" destOrd="0" presId="urn:microsoft.com/office/officeart/2005/8/layout/orgChart1"/>
    <dgm:cxn modelId="{174B5222-E141-45C2-A0F7-3D30C0589EF4}" type="presParOf" srcId="{214CBEFB-26EB-4FB1-AA80-57573EAFFFE2}" destId="{21738A93-2848-4ECE-90B5-C27FA72A87FA}" srcOrd="2" destOrd="0" presId="urn:microsoft.com/office/officeart/2005/8/layout/orgChart1"/>
    <dgm:cxn modelId="{3B85BC85-2B44-49A8-975F-1C8A2E50FC54}" type="presParOf" srcId="{214CBEFB-26EB-4FB1-AA80-57573EAFFFE2}" destId="{C34FB9AE-9033-4FBC-BDF5-45241936E2A9}" srcOrd="3" destOrd="0" presId="urn:microsoft.com/office/officeart/2005/8/layout/orgChart1"/>
    <dgm:cxn modelId="{F1CD3389-963F-45BE-AA6A-DE0ACC4F32FF}" type="presParOf" srcId="{C34FB9AE-9033-4FBC-BDF5-45241936E2A9}" destId="{BCCB7CEE-0F8B-46FE-9D8A-7E5A58FE953A}" srcOrd="0" destOrd="0" presId="urn:microsoft.com/office/officeart/2005/8/layout/orgChart1"/>
    <dgm:cxn modelId="{F2598D05-E2C5-4A7F-BF23-FE060A6FBBC7}" type="presParOf" srcId="{BCCB7CEE-0F8B-46FE-9D8A-7E5A58FE953A}" destId="{DD4FAEFF-8922-41F4-B8B9-C475580F6D00}" srcOrd="0" destOrd="0" presId="urn:microsoft.com/office/officeart/2005/8/layout/orgChart1"/>
    <dgm:cxn modelId="{4BAACCCF-BD3A-4B61-9C62-AB18A031FCFF}" type="presParOf" srcId="{BCCB7CEE-0F8B-46FE-9D8A-7E5A58FE953A}" destId="{695891F5-349C-4709-A9E6-8F6201131E9A}" srcOrd="1" destOrd="0" presId="urn:microsoft.com/office/officeart/2005/8/layout/orgChart1"/>
    <dgm:cxn modelId="{BCCBCC49-6D42-4226-B052-ADCCD00736A6}" type="presParOf" srcId="{C34FB9AE-9033-4FBC-BDF5-45241936E2A9}" destId="{9DE42AAC-898D-47AD-A548-4F6FBBE36A2D}" srcOrd="1" destOrd="0" presId="urn:microsoft.com/office/officeart/2005/8/layout/orgChart1"/>
    <dgm:cxn modelId="{33E11FB1-32CA-450B-9280-E90167BD6D5D}" type="presParOf" srcId="{C34FB9AE-9033-4FBC-BDF5-45241936E2A9}" destId="{28EBCC19-4F7B-4C20-8DC0-3954E7A95D8D}" srcOrd="2" destOrd="0" presId="urn:microsoft.com/office/officeart/2005/8/layout/orgChart1"/>
    <dgm:cxn modelId="{7CB6F61D-F151-4233-8FE8-00A71C5629FA}" type="presParOf" srcId="{214CBEFB-26EB-4FB1-AA80-57573EAFFFE2}" destId="{DDF92F37-5516-42EB-82BF-83D1010F702E}" srcOrd="4" destOrd="0" presId="urn:microsoft.com/office/officeart/2005/8/layout/orgChart1"/>
    <dgm:cxn modelId="{27340494-9317-4D6B-9588-FA6AA48761AC}" type="presParOf" srcId="{214CBEFB-26EB-4FB1-AA80-57573EAFFFE2}" destId="{DA107387-F0E7-41E3-B8BB-B779A7FF383D}" srcOrd="5" destOrd="0" presId="urn:microsoft.com/office/officeart/2005/8/layout/orgChart1"/>
    <dgm:cxn modelId="{9DFD08B6-DC53-4CAB-AE8B-7717E36E95E0}" type="presParOf" srcId="{DA107387-F0E7-41E3-B8BB-B779A7FF383D}" destId="{68C7A629-5178-4352-BA84-59C64C266896}" srcOrd="0" destOrd="0" presId="urn:microsoft.com/office/officeart/2005/8/layout/orgChart1"/>
    <dgm:cxn modelId="{ECF7EB18-3EC3-4401-A6D9-71027F2B531A}" type="presParOf" srcId="{68C7A629-5178-4352-BA84-59C64C266896}" destId="{F365CDC2-33C8-40A8-B361-AB688EFF6F79}" srcOrd="0" destOrd="0" presId="urn:microsoft.com/office/officeart/2005/8/layout/orgChart1"/>
    <dgm:cxn modelId="{500BBAA7-8AC0-4F50-8506-4DEC4E9E6E0D}" type="presParOf" srcId="{68C7A629-5178-4352-BA84-59C64C266896}" destId="{9C56CFF7-2615-4CC3-85E4-CF13EE67C063}" srcOrd="1" destOrd="0" presId="urn:microsoft.com/office/officeart/2005/8/layout/orgChart1"/>
    <dgm:cxn modelId="{C1AD3FBB-0DF1-48FE-8092-0210347266FF}" type="presParOf" srcId="{DA107387-F0E7-41E3-B8BB-B779A7FF383D}" destId="{5B2ADF72-B94A-4A85-95A0-CAA64F2F11FD}" srcOrd="1" destOrd="0" presId="urn:microsoft.com/office/officeart/2005/8/layout/orgChart1"/>
    <dgm:cxn modelId="{C86FC39C-DB99-4572-AC6D-C0BF59DBDF76}" type="presParOf" srcId="{DA107387-F0E7-41E3-B8BB-B779A7FF383D}" destId="{53305763-9F83-45F0-A36A-05B63F818417}" srcOrd="2" destOrd="0" presId="urn:microsoft.com/office/officeart/2005/8/layout/orgChart1"/>
    <dgm:cxn modelId="{218CAF8E-E9E5-41B4-BFCB-640D327A6802}" type="presParOf" srcId="{8F6220AF-2BB2-45BB-BB8D-0E6A8D076F20}" destId="{B130B494-0DE2-4426-BE5E-7B1A9BAD193B}" srcOrd="2" destOrd="0" presId="urn:microsoft.com/office/officeart/2005/8/layout/orgChart1"/>
    <dgm:cxn modelId="{2BFF39A8-EF7C-4C89-B2EB-F6CA7438F603}" type="presParOf" srcId="{B130B494-0DE2-4426-BE5E-7B1A9BAD193B}" destId="{B55A3C9B-00AC-4E0D-97DE-7E4D189E3A22}" srcOrd="0" destOrd="0" presId="urn:microsoft.com/office/officeart/2005/8/layout/orgChart1"/>
    <dgm:cxn modelId="{74887AA0-031A-4855-9C11-E8FF13FFFB95}" type="presParOf" srcId="{B130B494-0DE2-4426-BE5E-7B1A9BAD193B}" destId="{D1884017-4336-4F89-974D-7D299A8B2BD2}" srcOrd="1" destOrd="0" presId="urn:microsoft.com/office/officeart/2005/8/layout/orgChart1"/>
    <dgm:cxn modelId="{A1364666-B328-4A97-AB89-A3DB9D36AFFC}" type="presParOf" srcId="{D1884017-4336-4F89-974D-7D299A8B2BD2}" destId="{05D74FC4-0CA3-4590-B21F-21AB982C82D8}" srcOrd="0" destOrd="0" presId="urn:microsoft.com/office/officeart/2005/8/layout/orgChart1"/>
    <dgm:cxn modelId="{56A91000-9EF2-4542-A6FE-6D396E32D6EC}" type="presParOf" srcId="{05D74FC4-0CA3-4590-B21F-21AB982C82D8}" destId="{A1561DD0-D40D-4522-8631-DD41BAB548C6}" srcOrd="0" destOrd="0" presId="urn:microsoft.com/office/officeart/2005/8/layout/orgChart1"/>
    <dgm:cxn modelId="{1A9F7FF5-B21B-4BD8-8847-03F1066136B2}" type="presParOf" srcId="{05D74FC4-0CA3-4590-B21F-21AB982C82D8}" destId="{5A319B99-CE7D-4C29-9E86-2D11A242A9C7}" srcOrd="1" destOrd="0" presId="urn:microsoft.com/office/officeart/2005/8/layout/orgChart1"/>
    <dgm:cxn modelId="{EA8B33FF-A693-4E36-ABAC-D34C55C90F48}" type="presParOf" srcId="{D1884017-4336-4F89-974D-7D299A8B2BD2}" destId="{3A24E1F1-133A-4469-86D4-F20E7C2C7F05}" srcOrd="1" destOrd="0" presId="urn:microsoft.com/office/officeart/2005/8/layout/orgChart1"/>
    <dgm:cxn modelId="{B2267412-7CB4-45FC-8F5E-3E763EAD0408}" type="presParOf" srcId="{D1884017-4336-4F89-974D-7D299A8B2BD2}" destId="{2F3E2BA1-FE19-43D4-A619-8698F7F659C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CFD4633-3F33-4F1E-84FF-CABE870B14B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F735A1B-527E-499C-9F94-AACE0B8861C9}">
      <dgm:prSet phldrT="[Text]"/>
      <dgm:spPr/>
      <dgm:t>
        <a:bodyPr/>
        <a:lstStyle/>
        <a:p>
          <a:r>
            <a:rPr lang="en-US"/>
            <a:t>Basic Process 1</a:t>
          </a:r>
        </a:p>
      </dgm:t>
    </dgm:pt>
    <dgm:pt modelId="{E50A839E-78A5-4195-B4F6-18870E7E322D}" type="parTrans" cxnId="{7424EDA7-FEF1-4D09-8938-143836B94CC8}">
      <dgm:prSet/>
      <dgm:spPr/>
    </dgm:pt>
    <dgm:pt modelId="{A386E61C-4CE3-4891-A48D-07ACF49CCD17}" type="sibTrans" cxnId="{7424EDA7-FEF1-4D09-8938-143836B94CC8}">
      <dgm:prSet/>
      <dgm:spPr/>
      <dgm:t>
        <a:bodyPr/>
        <a:lstStyle/>
        <a:p>
          <a:endParaRPr lang="en-US"/>
        </a:p>
      </dgm:t>
    </dgm:pt>
    <dgm:pt modelId="{AE4B2AC7-B79C-434A-B3C0-16FEE50D5B7D}">
      <dgm:prSet phldrT="[Text]"/>
      <dgm:spPr/>
      <dgm:t>
        <a:bodyPr/>
        <a:lstStyle/>
        <a:p>
          <a:r>
            <a:rPr lang="en-US"/>
            <a:t>Basic Process 2</a:t>
          </a:r>
        </a:p>
      </dgm:t>
    </dgm:pt>
    <dgm:pt modelId="{EAA1E558-1952-4CB7-A01F-1A77BF802311}" type="parTrans" cxnId="{38ACF507-3D87-4C55-BA21-03B067E15F51}">
      <dgm:prSet/>
      <dgm:spPr/>
    </dgm:pt>
    <dgm:pt modelId="{1A3FB0C3-DFE0-47B4-B88E-93869D98DC94}" type="sibTrans" cxnId="{38ACF507-3D87-4C55-BA21-03B067E15F51}">
      <dgm:prSet/>
      <dgm:spPr/>
      <dgm:t>
        <a:bodyPr/>
        <a:lstStyle/>
        <a:p>
          <a:endParaRPr lang="en-US"/>
        </a:p>
      </dgm:t>
    </dgm:pt>
    <dgm:pt modelId="{4D8098FA-6F4D-43DD-BC17-57000E85A697}">
      <dgm:prSet phldrT="[Text]"/>
      <dgm:spPr/>
      <dgm:t>
        <a:bodyPr/>
        <a:lstStyle/>
        <a:p>
          <a:r>
            <a:rPr lang="en-US"/>
            <a:t>Basic Process 3</a:t>
          </a:r>
        </a:p>
      </dgm:t>
    </dgm:pt>
    <dgm:pt modelId="{CF4B4511-3BFD-47E4-878F-1359EC99F1AA}" type="parTrans" cxnId="{09249CE7-DF63-4B49-8320-E18A9D81FA49}">
      <dgm:prSet/>
      <dgm:spPr/>
    </dgm:pt>
    <dgm:pt modelId="{7167BA98-7A57-4EEF-99C4-8110B32F8DC5}" type="sibTrans" cxnId="{09249CE7-DF63-4B49-8320-E18A9D81FA49}">
      <dgm:prSet/>
      <dgm:spPr/>
    </dgm:pt>
    <dgm:pt modelId="{03BE7595-F591-475F-A295-52694A904040}" type="pres">
      <dgm:prSet presAssocID="{7CFD4633-3F33-4F1E-84FF-CABE870B14B7}" presName="Name0" presStyleCnt="0">
        <dgm:presLayoutVars>
          <dgm:dir/>
          <dgm:resizeHandles val="exact"/>
        </dgm:presLayoutVars>
      </dgm:prSet>
      <dgm:spPr/>
    </dgm:pt>
    <dgm:pt modelId="{90B0709D-58AA-40DF-8099-B58884A831BB}" type="pres">
      <dgm:prSet presAssocID="{FF735A1B-527E-499C-9F94-AACE0B8861C9}" presName="node" presStyleLbl="node1" presStyleIdx="0" presStyleCnt="3">
        <dgm:presLayoutVars>
          <dgm:bulletEnabled val="1"/>
        </dgm:presLayoutVars>
      </dgm:prSet>
      <dgm:spPr/>
    </dgm:pt>
    <dgm:pt modelId="{32FA3765-8773-4418-B936-C18D484CBFB7}" type="pres">
      <dgm:prSet presAssocID="{A386E61C-4CE3-4891-A48D-07ACF49CCD17}" presName="sibTrans" presStyleLbl="sibTrans2D1" presStyleIdx="0" presStyleCnt="2"/>
      <dgm:spPr/>
    </dgm:pt>
    <dgm:pt modelId="{28BED397-EE55-4D06-8063-27AAA40AC7A8}" type="pres">
      <dgm:prSet presAssocID="{A386E61C-4CE3-4891-A48D-07ACF49CCD17}" presName="connectorText" presStyleLbl="sibTrans2D1" presStyleIdx="0" presStyleCnt="2"/>
      <dgm:spPr/>
    </dgm:pt>
    <dgm:pt modelId="{078A8C9A-8657-45C1-B766-B811F75C8BBF}" type="pres">
      <dgm:prSet presAssocID="{AE4B2AC7-B79C-434A-B3C0-16FEE50D5B7D}" presName="node" presStyleLbl="node1" presStyleIdx="1" presStyleCnt="3">
        <dgm:presLayoutVars>
          <dgm:bulletEnabled val="1"/>
        </dgm:presLayoutVars>
      </dgm:prSet>
      <dgm:spPr/>
    </dgm:pt>
    <dgm:pt modelId="{23C8F2E5-8E2D-4FDF-8F76-24C5A52979A1}" type="pres">
      <dgm:prSet presAssocID="{1A3FB0C3-DFE0-47B4-B88E-93869D98DC94}" presName="sibTrans" presStyleLbl="sibTrans2D1" presStyleIdx="1" presStyleCnt="2"/>
      <dgm:spPr/>
    </dgm:pt>
    <dgm:pt modelId="{782457A6-A41B-4CF3-9FB7-19FC1D2FE36B}" type="pres">
      <dgm:prSet presAssocID="{1A3FB0C3-DFE0-47B4-B88E-93869D98DC94}" presName="connectorText" presStyleLbl="sibTrans2D1" presStyleIdx="1" presStyleCnt="2"/>
      <dgm:spPr/>
    </dgm:pt>
    <dgm:pt modelId="{1E8F8424-6ED9-4FB4-B906-139B562462DF}" type="pres">
      <dgm:prSet presAssocID="{4D8098FA-6F4D-43DD-BC17-57000E85A697}" presName="node" presStyleLbl="node1" presStyleIdx="2" presStyleCnt="3">
        <dgm:presLayoutVars>
          <dgm:bulletEnabled val="1"/>
        </dgm:presLayoutVars>
      </dgm:prSet>
      <dgm:spPr/>
    </dgm:pt>
  </dgm:ptLst>
  <dgm:cxnLst>
    <dgm:cxn modelId="{38ACF507-3D87-4C55-BA21-03B067E15F51}" srcId="{7CFD4633-3F33-4F1E-84FF-CABE870B14B7}" destId="{AE4B2AC7-B79C-434A-B3C0-16FEE50D5B7D}" srcOrd="1" destOrd="0" parTransId="{EAA1E558-1952-4CB7-A01F-1A77BF802311}" sibTransId="{1A3FB0C3-DFE0-47B4-B88E-93869D98DC94}"/>
    <dgm:cxn modelId="{29675111-98DF-4924-8C07-CCD9E7EA6751}" type="presOf" srcId="{AE4B2AC7-B79C-434A-B3C0-16FEE50D5B7D}" destId="{078A8C9A-8657-45C1-B766-B811F75C8BBF}" srcOrd="0" destOrd="0" presId="urn:microsoft.com/office/officeart/2005/8/layout/process1"/>
    <dgm:cxn modelId="{15F5332B-1F0A-45CA-A44A-0EC3A6CD2669}" type="presOf" srcId="{FF735A1B-527E-499C-9F94-AACE0B8861C9}" destId="{90B0709D-58AA-40DF-8099-B58884A831BB}" srcOrd="0" destOrd="0" presId="urn:microsoft.com/office/officeart/2005/8/layout/process1"/>
    <dgm:cxn modelId="{761C295B-5FBE-4465-BB37-845BFBC9F6EC}" type="presOf" srcId="{4D8098FA-6F4D-43DD-BC17-57000E85A697}" destId="{1E8F8424-6ED9-4FB4-B906-139B562462DF}" srcOrd="0" destOrd="0" presId="urn:microsoft.com/office/officeart/2005/8/layout/process1"/>
    <dgm:cxn modelId="{1AE9625B-3E96-4BC3-BBDC-6D8309C74B2D}" type="presOf" srcId="{7CFD4633-3F33-4F1E-84FF-CABE870B14B7}" destId="{03BE7595-F591-475F-A295-52694A904040}" srcOrd="0" destOrd="0" presId="urn:microsoft.com/office/officeart/2005/8/layout/process1"/>
    <dgm:cxn modelId="{9E8BBD4D-0AD4-4252-A1CF-DAA27BD1DAB4}" type="presOf" srcId="{1A3FB0C3-DFE0-47B4-B88E-93869D98DC94}" destId="{23C8F2E5-8E2D-4FDF-8F76-24C5A52979A1}" srcOrd="0" destOrd="0" presId="urn:microsoft.com/office/officeart/2005/8/layout/process1"/>
    <dgm:cxn modelId="{1FCC897A-2999-48D2-B313-98D439835BA6}" type="presOf" srcId="{A386E61C-4CE3-4891-A48D-07ACF49CCD17}" destId="{28BED397-EE55-4D06-8063-27AAA40AC7A8}" srcOrd="1" destOrd="0" presId="urn:microsoft.com/office/officeart/2005/8/layout/process1"/>
    <dgm:cxn modelId="{BD1F3B87-698E-4C65-912B-0D3557C66FB4}" type="presOf" srcId="{A386E61C-4CE3-4891-A48D-07ACF49CCD17}" destId="{32FA3765-8773-4418-B936-C18D484CBFB7}" srcOrd="0" destOrd="0" presId="urn:microsoft.com/office/officeart/2005/8/layout/process1"/>
    <dgm:cxn modelId="{7424EDA7-FEF1-4D09-8938-143836B94CC8}" srcId="{7CFD4633-3F33-4F1E-84FF-CABE870B14B7}" destId="{FF735A1B-527E-499C-9F94-AACE0B8861C9}" srcOrd="0" destOrd="0" parTransId="{E50A839E-78A5-4195-B4F6-18870E7E322D}" sibTransId="{A386E61C-4CE3-4891-A48D-07ACF49CCD17}"/>
    <dgm:cxn modelId="{09249CE7-DF63-4B49-8320-E18A9D81FA49}" srcId="{7CFD4633-3F33-4F1E-84FF-CABE870B14B7}" destId="{4D8098FA-6F4D-43DD-BC17-57000E85A697}" srcOrd="2" destOrd="0" parTransId="{CF4B4511-3BFD-47E4-878F-1359EC99F1AA}" sibTransId="{7167BA98-7A57-4EEF-99C4-8110B32F8DC5}"/>
    <dgm:cxn modelId="{23F822FE-26A2-414C-9C1D-2808EA025B77}" type="presOf" srcId="{1A3FB0C3-DFE0-47B4-B88E-93869D98DC94}" destId="{782457A6-A41B-4CF3-9FB7-19FC1D2FE36B}" srcOrd="1" destOrd="0" presId="urn:microsoft.com/office/officeart/2005/8/layout/process1"/>
    <dgm:cxn modelId="{2A49A43C-BEDB-49EB-A6E5-AD8919B77EAA}" type="presParOf" srcId="{03BE7595-F591-475F-A295-52694A904040}" destId="{90B0709D-58AA-40DF-8099-B58884A831BB}" srcOrd="0" destOrd="0" presId="urn:microsoft.com/office/officeart/2005/8/layout/process1"/>
    <dgm:cxn modelId="{061DA83E-2D36-4E7F-B840-18FEE3828BE5}" type="presParOf" srcId="{03BE7595-F591-475F-A295-52694A904040}" destId="{32FA3765-8773-4418-B936-C18D484CBFB7}" srcOrd="1" destOrd="0" presId="urn:microsoft.com/office/officeart/2005/8/layout/process1"/>
    <dgm:cxn modelId="{812BDDCC-669B-407A-9225-8EDF78B0978B}" type="presParOf" srcId="{32FA3765-8773-4418-B936-C18D484CBFB7}" destId="{28BED397-EE55-4D06-8063-27AAA40AC7A8}" srcOrd="0" destOrd="0" presId="urn:microsoft.com/office/officeart/2005/8/layout/process1"/>
    <dgm:cxn modelId="{3E5B1E6F-D791-486D-ADF0-11054A9917B4}" type="presParOf" srcId="{03BE7595-F591-475F-A295-52694A904040}" destId="{078A8C9A-8657-45C1-B766-B811F75C8BBF}" srcOrd="2" destOrd="0" presId="urn:microsoft.com/office/officeart/2005/8/layout/process1"/>
    <dgm:cxn modelId="{C6D7D504-58F1-431B-8F03-50714A6663C6}" type="presParOf" srcId="{03BE7595-F591-475F-A295-52694A904040}" destId="{23C8F2E5-8E2D-4FDF-8F76-24C5A52979A1}" srcOrd="3" destOrd="0" presId="urn:microsoft.com/office/officeart/2005/8/layout/process1"/>
    <dgm:cxn modelId="{6E83E127-D8D3-415D-B08C-56657EDF29A1}" type="presParOf" srcId="{23C8F2E5-8E2D-4FDF-8F76-24C5A52979A1}" destId="{782457A6-A41B-4CF3-9FB7-19FC1D2FE36B}" srcOrd="0" destOrd="0" presId="urn:microsoft.com/office/officeart/2005/8/layout/process1"/>
    <dgm:cxn modelId="{24560C85-97C3-4A3D-9AB6-4DA672C98E80}" type="presParOf" srcId="{03BE7595-F591-475F-A295-52694A904040}" destId="{1E8F8424-6ED9-4FB4-B906-139B562462DF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392C0E-1013-49B5-A1BE-BB5A5DDF9E2C}">
      <dsp:nvSpPr>
        <dsp:cNvPr id="0" name=""/>
        <dsp:cNvSpPr/>
      </dsp:nvSpPr>
      <dsp:spPr>
        <a:xfrm>
          <a:off x="0" y="95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Basic Block List 1</a:t>
          </a:r>
        </a:p>
      </dsp:txBody>
      <dsp:txXfrm>
        <a:off x="0" y="95250"/>
        <a:ext cx="3174999" cy="1904999"/>
      </dsp:txXfrm>
    </dsp:sp>
    <dsp:sp modelId="{B0BA67B3-349F-4962-8961-F2E5EB7ED59C}">
      <dsp:nvSpPr>
        <dsp:cNvPr id="0" name=""/>
        <dsp:cNvSpPr/>
      </dsp:nvSpPr>
      <dsp:spPr>
        <a:xfrm>
          <a:off x="3492500" y="95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Basic Block List 2</a:t>
          </a:r>
        </a:p>
      </dsp:txBody>
      <dsp:txXfrm>
        <a:off x="3492500" y="95250"/>
        <a:ext cx="3174999" cy="1904999"/>
      </dsp:txXfrm>
    </dsp:sp>
    <dsp:sp modelId="{B7B353D0-4A7D-44DC-997B-0B990605DB88}">
      <dsp:nvSpPr>
        <dsp:cNvPr id="0" name=""/>
        <dsp:cNvSpPr/>
      </dsp:nvSpPr>
      <dsp:spPr>
        <a:xfrm>
          <a:off x="6985000" y="952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Basic Block List 3</a:t>
          </a:r>
        </a:p>
      </dsp:txBody>
      <dsp:txXfrm>
        <a:off x="6985000" y="95250"/>
        <a:ext cx="3174999" cy="1904999"/>
      </dsp:txXfrm>
    </dsp:sp>
    <dsp:sp modelId="{701E81CA-B608-4705-A118-4B996C0751A4}">
      <dsp:nvSpPr>
        <dsp:cNvPr id="0" name=""/>
        <dsp:cNvSpPr/>
      </dsp:nvSpPr>
      <dsp:spPr>
        <a:xfrm>
          <a:off x="1746250" y="2317750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Basic Block List 4</a:t>
          </a:r>
        </a:p>
      </dsp:txBody>
      <dsp:txXfrm>
        <a:off x="1746250" y="2317750"/>
        <a:ext cx="3174999" cy="1904999"/>
      </dsp:txXfrm>
    </dsp:sp>
    <dsp:sp modelId="{6C6B495B-7335-42CD-B6D0-315CA1BFFB3D}">
      <dsp:nvSpPr>
        <dsp:cNvPr id="0" name=""/>
        <dsp:cNvSpPr/>
      </dsp:nvSpPr>
      <dsp:spPr>
        <a:xfrm>
          <a:off x="5238750" y="2317749"/>
          <a:ext cx="3174999" cy="190499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500" kern="1200"/>
            <a:t>Basic Block List 5</a:t>
          </a:r>
        </a:p>
      </dsp:txBody>
      <dsp:txXfrm>
        <a:off x="5238750" y="2317749"/>
        <a:ext cx="3174999" cy="19049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5A3C9B-00AC-4E0D-97DE-7E4D189E3A22}">
      <dsp:nvSpPr>
        <dsp:cNvPr id="0" name=""/>
        <dsp:cNvSpPr/>
      </dsp:nvSpPr>
      <dsp:spPr>
        <a:xfrm>
          <a:off x="4843967" y="1124954"/>
          <a:ext cx="236032" cy="1034045"/>
        </a:xfrm>
        <a:custGeom>
          <a:avLst/>
          <a:gdLst/>
          <a:ahLst/>
          <a:cxnLst/>
          <a:rect l="0" t="0" r="0" b="0"/>
          <a:pathLst>
            <a:path>
              <a:moveTo>
                <a:pt x="236032" y="0"/>
              </a:moveTo>
              <a:lnTo>
                <a:pt x="236032" y="1034045"/>
              </a:lnTo>
              <a:lnTo>
                <a:pt x="0" y="1034045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F92F37-5516-42EB-82BF-83D1010F702E}">
      <dsp:nvSpPr>
        <dsp:cNvPr id="0" name=""/>
        <dsp:cNvSpPr/>
      </dsp:nvSpPr>
      <dsp:spPr>
        <a:xfrm>
          <a:off x="5080000" y="1124954"/>
          <a:ext cx="2719989" cy="20680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32058"/>
              </a:lnTo>
              <a:lnTo>
                <a:pt x="2719989" y="1832058"/>
              </a:lnTo>
              <a:lnTo>
                <a:pt x="2719989" y="20680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738A93-2848-4ECE-90B5-C27FA72A87FA}">
      <dsp:nvSpPr>
        <dsp:cNvPr id="0" name=""/>
        <dsp:cNvSpPr/>
      </dsp:nvSpPr>
      <dsp:spPr>
        <a:xfrm>
          <a:off x="5034280" y="1124954"/>
          <a:ext cx="91440" cy="20680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0680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50BFFC-4FDE-4537-80A4-CEBDE0FB359D}">
      <dsp:nvSpPr>
        <dsp:cNvPr id="0" name=""/>
        <dsp:cNvSpPr/>
      </dsp:nvSpPr>
      <dsp:spPr>
        <a:xfrm>
          <a:off x="2360010" y="1124954"/>
          <a:ext cx="2719989" cy="2068090"/>
        </a:xfrm>
        <a:custGeom>
          <a:avLst/>
          <a:gdLst/>
          <a:ahLst/>
          <a:cxnLst/>
          <a:rect l="0" t="0" r="0" b="0"/>
          <a:pathLst>
            <a:path>
              <a:moveTo>
                <a:pt x="2719989" y="0"/>
              </a:moveTo>
              <a:lnTo>
                <a:pt x="2719989" y="1832058"/>
              </a:lnTo>
              <a:lnTo>
                <a:pt x="0" y="1832058"/>
              </a:lnTo>
              <a:lnTo>
                <a:pt x="0" y="206809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630004-A6CF-4421-95B3-CFA08880E013}">
      <dsp:nvSpPr>
        <dsp:cNvPr id="0" name=""/>
        <dsp:cNvSpPr/>
      </dsp:nvSpPr>
      <dsp:spPr>
        <a:xfrm>
          <a:off x="3956037" y="992"/>
          <a:ext cx="2247924" cy="11239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Organization Chart 1</a:t>
          </a:r>
        </a:p>
      </dsp:txBody>
      <dsp:txXfrm>
        <a:off x="3956037" y="992"/>
        <a:ext cx="2247924" cy="1123962"/>
      </dsp:txXfrm>
    </dsp:sp>
    <dsp:sp modelId="{DDD84233-5376-46AE-A52B-D7A4917E407D}">
      <dsp:nvSpPr>
        <dsp:cNvPr id="0" name=""/>
        <dsp:cNvSpPr/>
      </dsp:nvSpPr>
      <dsp:spPr>
        <a:xfrm>
          <a:off x="1236048" y="3193045"/>
          <a:ext cx="2247924" cy="11239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Organization Chart 3</a:t>
          </a:r>
        </a:p>
      </dsp:txBody>
      <dsp:txXfrm>
        <a:off x="1236048" y="3193045"/>
        <a:ext cx="2247924" cy="1123962"/>
      </dsp:txXfrm>
    </dsp:sp>
    <dsp:sp modelId="{DD4FAEFF-8922-41F4-B8B9-C475580F6D00}">
      <dsp:nvSpPr>
        <dsp:cNvPr id="0" name=""/>
        <dsp:cNvSpPr/>
      </dsp:nvSpPr>
      <dsp:spPr>
        <a:xfrm>
          <a:off x="3956037" y="3193045"/>
          <a:ext cx="2247924" cy="11239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Organization Chart 4</a:t>
          </a:r>
        </a:p>
      </dsp:txBody>
      <dsp:txXfrm>
        <a:off x="3956037" y="3193045"/>
        <a:ext cx="2247924" cy="1123962"/>
      </dsp:txXfrm>
    </dsp:sp>
    <dsp:sp modelId="{F365CDC2-33C8-40A8-B361-AB688EFF6F79}">
      <dsp:nvSpPr>
        <dsp:cNvPr id="0" name=""/>
        <dsp:cNvSpPr/>
      </dsp:nvSpPr>
      <dsp:spPr>
        <a:xfrm>
          <a:off x="6676026" y="3193045"/>
          <a:ext cx="2247924" cy="11239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Organization Chart 5</a:t>
          </a:r>
        </a:p>
      </dsp:txBody>
      <dsp:txXfrm>
        <a:off x="6676026" y="3193045"/>
        <a:ext cx="2247924" cy="1123962"/>
      </dsp:txXfrm>
    </dsp:sp>
    <dsp:sp modelId="{A1561DD0-D40D-4522-8631-DD41BAB548C6}">
      <dsp:nvSpPr>
        <dsp:cNvPr id="0" name=""/>
        <dsp:cNvSpPr/>
      </dsp:nvSpPr>
      <dsp:spPr>
        <a:xfrm>
          <a:off x="2596043" y="1597018"/>
          <a:ext cx="2247924" cy="11239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685" tIns="19685" rIns="19685" bIns="1968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Organization Chart 2</a:t>
          </a:r>
        </a:p>
      </dsp:txBody>
      <dsp:txXfrm>
        <a:off x="2596043" y="1597018"/>
        <a:ext cx="2247924" cy="11239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B0709D-58AA-40DF-8099-B58884A831BB}">
      <dsp:nvSpPr>
        <dsp:cNvPr id="0" name=""/>
        <dsp:cNvSpPr/>
      </dsp:nvSpPr>
      <dsp:spPr>
        <a:xfrm>
          <a:off x="8929" y="1358304"/>
          <a:ext cx="2668984" cy="160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Basic Process 1</a:t>
          </a:r>
        </a:p>
      </dsp:txBody>
      <dsp:txXfrm>
        <a:off x="55832" y="1405207"/>
        <a:ext cx="2575178" cy="1507584"/>
      </dsp:txXfrm>
    </dsp:sp>
    <dsp:sp modelId="{32FA3765-8773-4418-B936-C18D484CBFB7}">
      <dsp:nvSpPr>
        <dsp:cNvPr id="0" name=""/>
        <dsp:cNvSpPr/>
      </dsp:nvSpPr>
      <dsp:spPr>
        <a:xfrm>
          <a:off x="2944812" y="1828045"/>
          <a:ext cx="565824" cy="66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2944812" y="1960427"/>
        <a:ext cx="396077" cy="397144"/>
      </dsp:txXfrm>
    </dsp:sp>
    <dsp:sp modelId="{078A8C9A-8657-45C1-B766-B811F75C8BBF}">
      <dsp:nvSpPr>
        <dsp:cNvPr id="0" name=""/>
        <dsp:cNvSpPr/>
      </dsp:nvSpPr>
      <dsp:spPr>
        <a:xfrm>
          <a:off x="3745507" y="1358304"/>
          <a:ext cx="2668984" cy="160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Basic Process 2</a:t>
          </a:r>
        </a:p>
      </dsp:txBody>
      <dsp:txXfrm>
        <a:off x="3792410" y="1405207"/>
        <a:ext cx="2575178" cy="1507584"/>
      </dsp:txXfrm>
    </dsp:sp>
    <dsp:sp modelId="{23C8F2E5-8E2D-4FDF-8F76-24C5A52979A1}">
      <dsp:nvSpPr>
        <dsp:cNvPr id="0" name=""/>
        <dsp:cNvSpPr/>
      </dsp:nvSpPr>
      <dsp:spPr>
        <a:xfrm>
          <a:off x="6681390" y="1828045"/>
          <a:ext cx="565824" cy="66190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681390" y="1960427"/>
        <a:ext cx="396077" cy="397144"/>
      </dsp:txXfrm>
    </dsp:sp>
    <dsp:sp modelId="{1E8F8424-6ED9-4FB4-B906-139B562462DF}">
      <dsp:nvSpPr>
        <dsp:cNvPr id="0" name=""/>
        <dsp:cNvSpPr/>
      </dsp:nvSpPr>
      <dsp:spPr>
        <a:xfrm>
          <a:off x="7482085" y="1358304"/>
          <a:ext cx="2668984" cy="16013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/>
            <a:t>Basic Process 3</a:t>
          </a:r>
        </a:p>
      </dsp:txBody>
      <dsp:txXfrm>
        <a:off x="7528988" y="1405207"/>
        <a:ext cx="2575178" cy="15075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0CD23-DD73-1151-D93F-0082273906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3B740C-EECE-4BE2-5CF5-125235FD2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9AF9B-61D4-89C2-61EA-3CF4FE735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0B03F-4EF9-A163-010D-45126C6A3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BE9516-68B5-B791-8535-0950396D8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407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EF48F-44FB-5550-655C-1B87FE456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AB0BA-23F0-0F9A-2ACD-88D94BB34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FD52A-7E5B-41C4-F25B-B3BA59481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39073-87ED-FC45-721F-42B895674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F914D-333D-E590-F158-939EA542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091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F7D73-10B7-181A-C205-5CD46EF6E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57E67-8DE1-9865-0A39-87EF4B4670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D0CE-9EC8-4CB2-9AB5-E429CA4C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A0E5F-BD0D-2BBC-1AA7-6A11F5F14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DD3A3-E8ED-EDB6-BC4F-DFFD7BDFF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7BE4E-4E62-49EE-D2C3-54BDDDACF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471F0-FA91-CC77-4F25-8787E11C41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BC7B7-70DE-F6B6-CD45-3DDBA3AE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DA4F7-13D9-7756-EFAE-AD57DA83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52DE2-12D1-620A-EE23-3CC750A90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EFA30-2E07-5455-3222-C422AEF4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61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F86E-1529-9BF4-765C-213F910F8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8DF90-CD9A-CB75-8707-79C60A224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671C7-0ED7-A412-D791-C9D06FA13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748293-012E-D67A-ED49-F41E768057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14DE79-2D04-346C-D486-E5D7D6A061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1A3351-EECF-7F77-771D-65C5EBD2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F21ED2-BAFA-51FB-F266-EF1953A36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C83B1A-7175-4F52-BECB-DD61962F5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01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5BEC-50B6-3982-6946-CCD137D56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F0D5D-7780-4C7D-066E-32B8636BC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FEACB-7C53-2824-4041-C13BBB368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D2ED6-3B50-9E4A-5F0E-032BACCB8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9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B631D1-6441-1AC2-B6EB-7D0F5C22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1C236-0636-9DF5-0CFC-D061616C5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196A0-9D61-F83E-4BF6-856EA2EC1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384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D24DA-04B2-419A-BF1D-EB40EED17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153E-524B-A7D4-0748-8278F49C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A4EE0-B4F1-CFC5-6D51-038E3F71E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286D8-482C-0118-48EB-B28743D1A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30179-E774-5E87-FD8A-51A5AAE4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6E9214-E776-0F85-3543-F1C582002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259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03DB-FEEE-4A05-D2F2-9A629CA22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9747FE-3253-20CD-3DD6-15DBDDC9C0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A6581-36D9-FC5B-D36B-6D18A14D0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33C13-0D5E-C963-5D64-28AF5218A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DC0F9-6255-5421-67EE-048FEBDA1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220544-1822-9473-DED6-17EA5595D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20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BC94-C879-1AE4-7096-FE4B80B75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7143D-F435-B892-5F39-252877D9C2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AA6E7-B7EE-C5FD-7A2F-C264829A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BE0B0-7EF7-5F5A-9F50-41B180B23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66C09-42DC-AFDC-D1EE-ED1C3455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425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43991D-7865-BE34-9B40-59400EFFC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CB9BAE-E690-255D-EB25-8DFB9FBF14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F7388-6BC6-BCED-5238-D358E2013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D8439-0B14-0FD9-7F41-26D2E08DA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17E01-3E57-003E-8D0D-DCDB6D47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410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A384D4-EBB4-1EBC-5EA6-F369AB40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7A959-AFF1-105D-3F65-26140A8AE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7BDB0-C4B0-77E8-D57C-28DAA94F0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6DD9B-416C-4914-90FA-D4153B24C015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84F8F-2FC0-2C6A-5F3D-215EB3F15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C9110-BB06-E85F-2307-5C8970C286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C8D80F-F71F-498E-ACC7-772226F616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64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1101E-4E02-E551-B9C8-28C1BC174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b06 - Basic Block List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A68FC6E-7555-9654-6458-86AB9AC6A2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6053016"/>
              </p:ext>
            </p:extLst>
          </p:nvPr>
        </p:nvGraphicFramePr>
        <p:xfrm>
          <a:off x="1016000" y="1778000"/>
          <a:ext cx="10160000" cy="431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598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EFBA-AB05-35D5-B4C4-C42016F3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b06 - Organization Chart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74EDAD4-A60D-EA0D-B080-6CC7EC1142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1738346"/>
              </p:ext>
            </p:extLst>
          </p:nvPr>
        </p:nvGraphicFramePr>
        <p:xfrm>
          <a:off x="1016000" y="1778000"/>
          <a:ext cx="10160000" cy="431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3816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C097-5ADA-695F-1F99-F30278159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b06 - Basic Process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58C90D72-A9E4-766D-3990-6FF2290997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5588029"/>
              </p:ext>
            </p:extLst>
          </p:nvPr>
        </p:nvGraphicFramePr>
        <p:xfrm>
          <a:off x="1016000" y="1778000"/>
          <a:ext cx="10160000" cy="431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3981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b06 - Basic Block List</vt:lpstr>
      <vt:lpstr>b06 - Organization Chart</vt:lpstr>
      <vt:lpstr>b06 - Basic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2026-08-28T10:41:29Z</dcterms:created>
  <dcterms:modified xsi:type="dcterms:W3CDTF">2026-08-28T10:41:29Z</dcterms:modified>
</cp:coreProperties>
</file>