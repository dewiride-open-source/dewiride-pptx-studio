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54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4555-3FBA-8D23-EE7A-C5E9E7603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0A900-5AF9-54B4-C7CF-0D708A5A0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64C82-97BC-B3E7-62D0-0539E990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A0E2C-0C84-3FF9-DFEC-CBE785B4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DB3B1-F9A8-AE83-6ADF-51B785D3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82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D895-9219-41C3-C3B7-5A83DE6D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D5D0D-BDF7-7E6F-6064-8917B6F0E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F6644-6635-9D43-3FBA-F3DE9F9A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F1E00-75F8-C702-19E5-C7972BC6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984B9-01CA-DAEB-78C0-D03B17A8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7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DC55-B5AF-C730-8B7D-903B6088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02115-38D7-3DC8-281D-77D9AE1EB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0802E-4F34-27CC-D23A-2D3404EF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042CA-532D-CBE0-0E66-B1D58DB7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0E564-FA76-2FD7-B3AE-F0F09392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1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92CC-DC31-0502-274C-561EBE5A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1C52-A86E-3C99-6852-132E246B2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CDF29-611D-18F5-FC48-16D641FEC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A1A08-0851-D50D-AB00-F215D27A3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A7B7A-A09C-1AF3-E85D-D1740D21B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460B7-C3EF-5D2C-DD9D-E63C1DCC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2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64BF-2B21-E8BD-6016-2379EF16D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1A70A-D689-DE0B-7E4A-FEA393BDC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7AFC9-F8FC-6932-BBA3-89AEE48A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C5EFB-A25E-8C02-80A9-96C510F62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D0B4D-D260-D79A-AF87-BDDC783C9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3D33B-23A7-1655-95A2-BAC85705B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AF62D-528C-24D3-B204-2ABF80906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870A5E-E9A1-DEFB-0030-2EF2DBF2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0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45B3-E9C0-5490-46BE-0314E0AE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1472F-7045-9B3E-940F-1A7FB4FB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3EB70-96D4-BBFA-95B4-AC6D1DC0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43FD4-CA0D-693B-BE57-B227F345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4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0DC9B1-A7C7-8FD6-B7F4-9D1C97E9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6347F-41A6-2191-F27F-47E47990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838E0-2CF4-0429-FE1D-0E621561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2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014-BC67-FAB8-10EC-32FD0364F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C0FDC-2683-032C-7447-67BFDADA9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C3C45-6CC6-FB1B-2522-56E1FD79A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E6DF6-EDFE-397F-845B-D3ACE674A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4A388-7B47-645D-E6AE-9288EC5E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5A996-7053-1084-DA49-6A5D0CE5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39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8190-491F-08B9-77C1-B0A50C31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856ECE-F5EB-BD98-45D7-F40835C44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F9A19-D7F6-FBFA-8347-7831FD660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FC5C3-1CB9-7BBF-4AA1-D86BBDB1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40D2D-7560-F2A2-C013-5FCC4879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4DB5A-5A79-121F-F1A8-E0BD5DC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3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96CE-B05A-1A60-FA5B-BD448DA3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71763-7096-975B-97D8-D123675D6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43908-3580-C514-EB7C-61E12CF2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27238-144C-43A7-5A5A-C87E9435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73E2-68FD-3FFC-F855-1EE3B72E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0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39C74-CD49-DE3C-8ED5-C8A65AB0E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E91B3-97A9-D4CB-5873-67BF9AC33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8B5C-3E99-98EE-5291-905A5E4B2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BDCA5-6384-3B22-517B-7070E209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D5917-D5F4-C2E7-9C03-425D8EB6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3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EEA10B-1A5E-F991-D673-067572D3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C8E09-679E-9C55-C6BF-0AF0DAF4D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0421C-DA99-C969-5C67-25749CD9B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E6CF7-22E3-402E-87CF-39388426AEE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7284E-113B-7900-3C94-A29BFF218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B1219-4A05-FBA3-BEF7-966CFB107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9C2FD-AEFF-46AA-8496-3E4E49229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0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0EDD5-BA86-CCBF-60A5-D50A49C54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PPTX Studio corpus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B7C3A-14D2-A5DB-C0A7-0B8FE2A8F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b01 - what PowerPoint writes when asked for almost nothing</a:t>
            </a:r>
          </a:p>
        </p:txBody>
      </p:sp>
    </p:spTree>
    <p:extLst>
      <p:ext uri="{BB962C8B-B14F-4D97-AF65-F5344CB8AC3E}">
        <p14:creationId xmlns:p14="http://schemas.microsoft.com/office/powerpoint/2010/main" val="1144150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PPTX Studio corpus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2026-08-28T10:41:21Z</dcterms:created>
  <dcterms:modified xsi:type="dcterms:W3CDTF">2026-08-28T10:41:21Z</dcterms:modified>
</cp:coreProperties>
</file>