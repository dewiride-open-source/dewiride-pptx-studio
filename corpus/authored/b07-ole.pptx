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33" d="100"/>
          <a:sy n="33" d="100"/>
        </p:scale>
        <p:origin x="54" y="8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8F059-E694-52D8-A1E8-06E132AAEF7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DC95F77-E0AD-C0D0-A620-B71B1336990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1C56C5-2F56-57E5-1887-7BE7D98312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F149-C90B-40A7-B47B-998BE44FCE7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6802D9-A751-71F9-48D6-947B3CA56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1004417-9284-FE6B-5F4F-962352AB7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D1E60-03FA-4859-B1E1-782161453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99255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01F23-F2C5-86D7-756B-79A70B51D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386DE0D-D3CB-E7AE-B399-6390E1C7CFD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9FD5759-B07E-1046-DA1C-A136DA5019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F149-C90B-40A7-B47B-998BE44FCE7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2F5C1E1-2CC0-45CB-F68D-569204B464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31C149A-10D3-F5C1-34F2-9E789BC7B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D1E60-03FA-4859-B1E1-782161453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070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8039C-673D-5317-A5C1-386635E161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9DC2CBB-2A5F-5412-889C-0D06A46C965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82D8FE-C80B-AE29-62EE-7EEEB6A41D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F149-C90B-40A7-B47B-998BE44FCE7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26FB71-A427-36F9-968F-C79B01D77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D8DD2C-7E50-3679-7587-E11BA5B357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D1E60-03FA-4859-B1E1-782161453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6063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9DA1D3-DA21-BD9E-8D9A-E6594CA95B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10D2A2B-9A4A-B65C-1400-A6118FC2B41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75B105-75DF-5FB9-39D9-2BFE2DFF58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D63CE5-6A80-5ED5-1516-C32C998A35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F149-C90B-40A7-B47B-998BE44FCE7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D88B56-2FE2-C17A-B0AF-10C0F09831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94D6D26-E872-F499-DDCE-0048DD2945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D1E60-03FA-4859-B1E1-782161453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334670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546C14-8745-C654-336D-0A94F7AE7F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F22026-1FDA-21CB-ADBF-66D2B871A74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346001-069E-A554-78B6-F5231D2BEF6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78699AD-DCAA-A4DA-3C89-ED5E31AD1BD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3B5F52C-5E9C-88B1-837A-883D34E7E7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A90D26A-E2B0-28C7-7A58-D288487C4A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F149-C90B-40A7-B47B-998BE44FCE7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6D8033-4780-4AB5-9F09-2EC12803F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4AED9AA-0368-6124-A094-B465BE5232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D1E60-03FA-4859-B1E1-782161453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81571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12E00B-7D95-C3A4-67A0-71C0339876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52503AE-8903-9A88-48EF-FD2AB27FE4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F149-C90B-40A7-B47B-998BE44FCE7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C81EEE-BCCB-619D-B5ED-349BD2964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E59C54-437A-74D8-D208-677888F96C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D1E60-03FA-4859-B1E1-782161453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87134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9B08D4-3380-3909-C961-00AD2F097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F149-C90B-40A7-B47B-998BE44FCE7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6F16010-D95E-D93E-2D96-4BD746A08D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4D9120F-9DAB-3867-207D-39B13E82F2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D1E60-03FA-4859-B1E1-782161453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995388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060E73-2DB8-C325-E2E2-BEA2DA00FA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B089E4B-AA04-EE51-2B38-F2A663D095A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E668A1-793A-A8F0-1A98-ECAAE8129B4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37C397B-91D1-D539-1FFF-D020C10F8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F149-C90B-40A7-B47B-998BE44FCE7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D6BD50-A754-E14D-EAE4-C90172D83D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C54163E-6F1E-E4C0-1114-191FA3E015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D1E60-03FA-4859-B1E1-782161453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65261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A1D917-F199-468C-1467-AEB8B9F0E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A36D22D-9326-0AF0-B732-9080D724FC2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1E5A7F7-0290-D429-89F6-FB3D6DF6DF8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2D6A8E0-3D6B-3AD7-0D54-BC78854A8A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F149-C90B-40A7-B47B-998BE44FCE7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09A1BB9-75A8-5BAF-4FB5-FAFE5A1465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E59021A-EB8A-5401-CC35-D821C32243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D1E60-03FA-4859-B1E1-782161453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80918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3EA6FC-502C-56FE-F022-26DE99B1E9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82F23-4896-946F-844A-C4491FF044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EA6F29-E3BB-D52D-D4E5-7672814FFE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F149-C90B-40A7-B47B-998BE44FCE7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5AE9DAF-8894-6322-3420-764ACA1C5B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0F27AE-E97C-2B8F-FE26-E212F30BFC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D1E60-03FA-4859-B1E1-782161453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10549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A378468-FAD4-1F4F-EB20-5E5E349E125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4C43121-D043-AEEC-2228-8C0CEF8ED5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DB658AE-64E7-7361-EFCE-A7503E491A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FEF149-C90B-40A7-B47B-998BE44FCE7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ED89C4-F9FB-BFBB-F2C3-F40B88AFB8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9483F8-8BE1-BA3E-A4BD-FEA6E18168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2D1E60-03FA-4859-B1E1-782161453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124725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F80ADBB-9292-6DA5-3F79-D333ABC631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7D87F4-63F9-DF6D-F833-1DDE9BE24E2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B9A72E4-F0AE-33B8-824E-33D071D14B7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7FEF149-C90B-40A7-B47B-998BE44FCE7F}" type="datetimeFigureOut">
              <a:rPr lang="en-US" smtClean="0"/>
              <a:t>8/28/2026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1472FC-E2EC-EACF-B59C-32B8A4CC7C1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927BBF2-A3B4-C76C-87C2-23229156E9F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2D1E60-03FA-4859-B1E1-7821614532A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77853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package" Target="../embeddings/Microsoft_Excel_Worksheet.xlsx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D682661-3AD8-FB9A-ADB5-5CEDF7797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b07 - an embedded Excel worksheet</a:t>
            </a:r>
          </a:p>
        </p:txBody>
      </p:sp>
      <p:graphicFrame>
        <p:nvGraphicFramePr>
          <p:cNvPr id="3" name="Object 2">
            <a:extLst>
              <a:ext uri="{FF2B5EF4-FFF2-40B4-BE49-F238E27FC236}">
                <a16:creationId xmlns:a16="http://schemas.microsoft.com/office/drawing/2014/main" id="{85024B4D-1849-D62F-A1C5-BF1A72EA6E69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31108820"/>
              </p:ext>
            </p:extLst>
          </p:nvPr>
        </p:nvGraphicFramePr>
        <p:xfrm>
          <a:off x="1016000" y="1778000"/>
          <a:ext cx="8890000" cy="40640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Worksheet" r:id="rId2" imgW="9072656" imgH="3986326" progId="Excel.Sheet.12">
                  <p:embed/>
                </p:oleObj>
              </mc:Choice>
              <mc:Fallback>
                <p:oleObj name="Worksheet" r:id="rId2" imgW="9072656" imgH="3986326" progId="Excel.Sheet.12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1016000" y="1778000"/>
                        <a:ext cx="8890000" cy="4064000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9553294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Microsoft Excel Worksheet</vt:lpstr>
      <vt:lpstr>b07 - an embedded Excel worksheet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2026-08-28T10:41:32Z</dcterms:created>
  <dcterms:modified xsi:type="dcterms:W3CDTF">2026-08-28T10:41:32Z</dcterms:modified>
</cp:coreProperties>
</file>