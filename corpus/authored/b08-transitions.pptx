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3" d="100"/>
          <a:sy n="33" d="100"/>
        </p:scale>
        <p:origin x="54" y="8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C6BA4-D4FB-8456-17EE-1353CADCE0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1B3C4A-3891-3D24-0AB0-8F105E2729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1995B1-AB38-CBD5-9CB1-F8985B452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58A40-0B1A-400F-8183-2F411ED7AAFF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62056E-81C6-69C4-0FED-E3E8F9962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9A4D1-847D-80D5-9143-96EF0FCA0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CB891-FA4D-40EC-9D4C-54346F205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255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08D1E-CF85-DEFA-5514-949423E82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F5AD0-9B0A-B567-D909-96D619E854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9074B9-CA08-C1CB-F25A-95089E57E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58A40-0B1A-400F-8183-2F411ED7AAFF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EE4963-7731-D62A-19A7-6F221DB2B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BAF6C5-AA38-85FD-87FC-8EE054EFE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CB891-FA4D-40EC-9D4C-54346F205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42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73C8A-DEB5-CC8F-ABBE-B2FEF6E70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D2ABA0-47E5-54EB-7623-261959B607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44F64A-2F76-2DBB-61BB-90C6AD027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58A40-0B1A-400F-8183-2F411ED7AAFF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01F1C6-A280-67AC-3FCF-6EA5F46E7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8B14FF-0DD5-D830-1C72-70F64D935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CB891-FA4D-40EC-9D4C-54346F205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897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54D51-C4E6-CC5E-748E-87D7C3CF2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B95B4B-064C-A83D-581E-3814BA782C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DA0C2F-2FCD-A3D9-6086-31A42E7A7C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FD79EA-AED9-96CC-9078-AB5091EA7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58A40-0B1A-400F-8183-2F411ED7AAFF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E62287-96D2-A793-74DB-E5AC6725D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A75E70-29B0-59FD-55B6-91853F140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CB891-FA4D-40EC-9D4C-54346F205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983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1A56E-4361-5821-0A24-09E1ED68E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D0BB32-6A72-0850-AC92-A678AF554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826C2D-0F2B-6E3B-C2EF-24B575181B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9676D1-BEE8-A2D1-802A-9BA7595BFE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A33542-274F-82F7-3BF0-20C60BAABA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FD2330-3717-5AF2-DFD1-393895C27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58A40-0B1A-400F-8183-2F411ED7AAFF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ACB238-D479-CC72-C1A3-DE55FAF76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86EEBD-31DF-A639-65BE-87D10F7AF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CB891-FA4D-40EC-9D4C-54346F205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372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817E4-E0FE-2EC4-701F-36F5A173E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7B5777-C79D-490D-5E93-96A5C0CE4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58A40-0B1A-400F-8183-2F411ED7AAFF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EDFD3A-DD18-54C5-2A56-C0DAD4904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773439-8E6E-9903-FFE4-05CE6C4CF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CB891-FA4D-40EC-9D4C-54346F205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586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027C7F-ECE0-C8E3-4CBC-2100852B1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58A40-0B1A-400F-8183-2F411ED7AAFF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F00B3F-A56A-AF53-7829-301CE1EF4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2EDE90-D257-5FBE-A91F-27FE66798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CB891-FA4D-40EC-9D4C-54346F205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590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4AB36-6348-CE16-DAD8-ACE2F3DB0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1C2584-EC4A-78C0-871B-1DCD3EB919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BA4FFD-3EDD-BE3C-530E-7A8253FC63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611084-044E-CF8D-8820-D6BDCDC99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58A40-0B1A-400F-8183-2F411ED7AAFF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FBA692-3C69-929F-858B-0F38EDC7C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6AEAAA-06D8-2C0D-A257-A170D402A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CB891-FA4D-40EC-9D4C-54346F205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817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D3C2A-7D6D-203F-B1CE-D9C7C622B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A96F83-CC84-0346-3837-FCBCE5875C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890F88-F1CA-94B8-1E41-58D662278A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1C7F1E-FEE4-DEE6-330F-A39056B5D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58A40-0B1A-400F-8183-2F411ED7AAFF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53E44C-8907-5502-C6ED-715D6D215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1F0278-0C9D-D454-8089-199C3C143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CB891-FA4D-40EC-9D4C-54346F205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478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F0F28-279F-FB31-5ABB-F3BCF6DA5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76F5FF-DA2E-7CBF-4420-4EABB48B69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A6563-DAF3-3ABD-6A5D-B768E0DD8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58A40-0B1A-400F-8183-2F411ED7AAFF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CA96A-57D0-7FBF-413A-FBA21B430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9D371C-56BB-7885-8DD9-A3C60DA62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CB891-FA4D-40EC-9D4C-54346F205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308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976243-1AC5-B1F0-2B52-80D36BE72A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31186D-0649-3CA1-5E62-B7ED88D31F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8AE6FD-B26C-AB5A-66AE-6FD1B9DAA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58A40-0B1A-400F-8183-2F411ED7AAFF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805873-2099-87DB-D264-C9A8AADBF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24662A-24CC-4D92-91B6-D873CF78F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CB891-FA4D-40EC-9D4C-54346F205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747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DDE063-4C67-B953-F8C3-D28AC8BCE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D2E018-464B-35F3-6801-0FEC591E6A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86EDCF-1F11-9152-ABFE-727500C9D0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358A40-0B1A-400F-8183-2F411ED7AAFF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54E937-EB88-CE5B-791D-C605BED8F2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8E314A-342E-35EC-3DA0-AC5F594185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DCB891-FA4D-40EC-9D4C-54346F205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223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B9B44-1B5D-A0D4-082F-180FAF127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b08 - transition: Fade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D7A1502-75AE-B906-D32C-4975CEC02C93}"/>
              </a:ext>
            </a:extLst>
          </p:cNvPr>
          <p:cNvSpPr/>
          <p:nvPr/>
        </p:nvSpPr>
        <p:spPr>
          <a:xfrm>
            <a:off x="1524000" y="2540000"/>
            <a:ext cx="4064000" cy="2286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entrance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10CE838-9703-6BE2-98D1-6B00A5323DF3}"/>
              </a:ext>
            </a:extLst>
          </p:cNvPr>
          <p:cNvSpPr/>
          <p:nvPr/>
        </p:nvSpPr>
        <p:spPr>
          <a:xfrm>
            <a:off x="6604000" y="2540000"/>
            <a:ext cx="4064000" cy="228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with previous</a:t>
            </a:r>
          </a:p>
        </p:txBody>
      </p:sp>
    </p:spTree>
    <p:extLst>
      <p:ext uri="{BB962C8B-B14F-4D97-AF65-F5344CB8AC3E}">
        <p14:creationId xmlns:p14="http://schemas.microsoft.com/office/powerpoint/2010/main" val="10284109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3000">
        <p:fade thruBlk="1"/>
      </p:transition>
    </mc:Choice>
    <mc:Fallback>
      <p:transition spd="slow" advTm="3000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A3E79-1C48-CFA6-B83C-9B37EAD8D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b08 - transition: Dissolve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E6C9DE2-889E-6543-D3F8-B53D47AD1540}"/>
              </a:ext>
            </a:extLst>
          </p:cNvPr>
          <p:cNvSpPr/>
          <p:nvPr/>
        </p:nvSpPr>
        <p:spPr>
          <a:xfrm>
            <a:off x="1524000" y="2540000"/>
            <a:ext cx="4064000" cy="2286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entrance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1E2C5FA-C08A-F1AF-FF4F-068AB30CA427}"/>
              </a:ext>
            </a:extLst>
          </p:cNvPr>
          <p:cNvSpPr/>
          <p:nvPr/>
        </p:nvSpPr>
        <p:spPr>
          <a:xfrm>
            <a:off x="6604000" y="2540000"/>
            <a:ext cx="4064000" cy="228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with previous</a:t>
            </a:r>
          </a:p>
        </p:txBody>
      </p:sp>
    </p:spTree>
    <p:extLst>
      <p:ext uri="{BB962C8B-B14F-4D97-AF65-F5344CB8AC3E}">
        <p14:creationId xmlns:p14="http://schemas.microsoft.com/office/powerpoint/2010/main" val="24508710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3000">
        <p:dissolve/>
      </p:transition>
    </mc:Choice>
    <mc:Fallback>
      <p:transition spd="slow" advTm="3000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9BB48-5CD3-2439-E401-DC52D6DA8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b08 - transition: Wipe right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F7E57EF-10F6-ECDC-B8F9-7715C741D0B6}"/>
              </a:ext>
            </a:extLst>
          </p:cNvPr>
          <p:cNvSpPr/>
          <p:nvPr/>
        </p:nvSpPr>
        <p:spPr>
          <a:xfrm>
            <a:off x="1524000" y="2540000"/>
            <a:ext cx="4064000" cy="2286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entrance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2BDE08-BDB1-47B4-1F82-D6293E029357}"/>
              </a:ext>
            </a:extLst>
          </p:cNvPr>
          <p:cNvSpPr/>
          <p:nvPr/>
        </p:nvSpPr>
        <p:spPr>
          <a:xfrm>
            <a:off x="6604000" y="2540000"/>
            <a:ext cx="4064000" cy="228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with previous</a:t>
            </a:r>
          </a:p>
        </p:txBody>
      </p:sp>
    </p:spTree>
    <p:extLst>
      <p:ext uri="{BB962C8B-B14F-4D97-AF65-F5344CB8AC3E}">
        <p14:creationId xmlns:p14="http://schemas.microsoft.com/office/powerpoint/2010/main" val="2745808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3000">
        <p:wipe dir="r"/>
      </p:transition>
    </mc:Choice>
    <mc:Fallback>
      <p:transition spd="slow" advTm="3000">
        <p:wipe dir="r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C2D09-FB27-25CF-D2C7-526B8601D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b08 - transition: Push up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910B7B9-A4DB-62BC-5953-9B9D8F1A4411}"/>
              </a:ext>
            </a:extLst>
          </p:cNvPr>
          <p:cNvSpPr/>
          <p:nvPr/>
        </p:nvSpPr>
        <p:spPr>
          <a:xfrm>
            <a:off x="1524000" y="2540000"/>
            <a:ext cx="4064000" cy="2286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entrance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67A38B-C5D0-8E1E-8666-FD2A365E1715}"/>
              </a:ext>
            </a:extLst>
          </p:cNvPr>
          <p:cNvSpPr/>
          <p:nvPr/>
        </p:nvSpPr>
        <p:spPr>
          <a:xfrm>
            <a:off x="6604000" y="2540000"/>
            <a:ext cx="4064000" cy="228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with previous</a:t>
            </a:r>
          </a:p>
        </p:txBody>
      </p:sp>
    </p:spTree>
    <p:extLst>
      <p:ext uri="{BB962C8B-B14F-4D97-AF65-F5344CB8AC3E}">
        <p14:creationId xmlns:p14="http://schemas.microsoft.com/office/powerpoint/2010/main" val="542641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3000">
        <p:push dir="u"/>
      </p:transition>
    </mc:Choice>
    <mc:Fallback>
      <p:transition spd="slow" advTm="3000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F8AA0-7EE2-1F8A-B76F-685D0283B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b08 - transition: Honeycomb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4BAB7B4-6930-30DA-C982-47195D3EE651}"/>
              </a:ext>
            </a:extLst>
          </p:cNvPr>
          <p:cNvSpPr/>
          <p:nvPr/>
        </p:nvSpPr>
        <p:spPr>
          <a:xfrm>
            <a:off x="1524000" y="2540000"/>
            <a:ext cx="4064000" cy="2286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entrance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7D3E30-14A6-C1FA-7267-13410DA41074}"/>
              </a:ext>
            </a:extLst>
          </p:cNvPr>
          <p:cNvSpPr/>
          <p:nvPr/>
        </p:nvSpPr>
        <p:spPr>
          <a:xfrm>
            <a:off x="6604000" y="2540000"/>
            <a:ext cx="4064000" cy="228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with previous</a:t>
            </a:r>
          </a:p>
        </p:txBody>
      </p:sp>
    </p:spTree>
    <p:extLst>
      <p:ext uri="{BB962C8B-B14F-4D97-AF65-F5344CB8AC3E}">
        <p14:creationId xmlns:p14="http://schemas.microsoft.com/office/powerpoint/2010/main" val="25236749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3000">
        <p14:honeycomb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</Words>
  <Application>Microsoft Office PowerPoint</Application>
  <PresentationFormat>Widescreen</PresentationFormat>
  <Paragraphs>15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b08 - transition: Fade</vt:lpstr>
      <vt:lpstr>b08 - transition: Dissolve</vt:lpstr>
      <vt:lpstr>b08 - transition: Wipe right</vt:lpstr>
      <vt:lpstr>b08 - transition: Push up</vt:lpstr>
      <vt:lpstr>b08 - transition: Honeycomb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2026-08-28T10:41:33Z</dcterms:created>
  <dcterms:modified xsi:type="dcterms:W3CDTF">2026-08-28T10:41:33Z</dcterms:modified>
</cp:coreProperties>
</file>