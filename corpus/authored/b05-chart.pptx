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D-465F-BF5B-C90AA76F87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ED-465F-BF5B-C90AA76F87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ED-465F-BF5B-C90AA76F8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0943119"/>
        <c:axId val="628401295"/>
      </c:barChart>
      <c:catAx>
        <c:axId val="350943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8401295"/>
        <c:crosses val="autoZero"/>
        <c:auto val="1"/>
        <c:lblAlgn val="ctr"/>
        <c:lblOffset val="100"/>
        <c:noMultiLvlLbl val="0"/>
      </c:catAx>
      <c:valAx>
        <c:axId val="628401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943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45-48BC-B8DB-A743FDA633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45-48BC-B8DB-A743FDA633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414336"/>
        <c:axId val="85507604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45-48BC-B8DB-A743FDA633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4414336"/>
        <c:axId val="855076048"/>
      </c:lineChart>
      <c:catAx>
        <c:axId val="89441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5076048"/>
        <c:crosses val="autoZero"/>
        <c:auto val="1"/>
        <c:lblAlgn val="ctr"/>
        <c:lblOffset val="100"/>
        <c:noMultiLvlLbl val="0"/>
      </c:catAx>
      <c:valAx>
        <c:axId val="85507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441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8A04-1F98-CB37-F07D-26CE28F70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F7C2E-D15F-FBE0-3794-F91C95CDD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F383B-74C3-8D4A-4D93-11450414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50F7F-341F-A527-5F59-AFE088F9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16BAF-DB0C-7ADD-67E7-5531EB4D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40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719C-69C6-D8B9-9CE7-D256763F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2DC0-7804-9023-5595-AC63845C9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0F683-B312-D3A5-602A-A3D616CF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38026-FE63-E5AF-93F5-26AB539D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5F58C-4146-870A-0A5C-9415A667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2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0823-C8A8-A134-01A7-E657B059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3E0C0-0673-15EA-90DF-A373E7F96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B75B5-7A46-9604-D4EE-14B0ACDD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440C-EA8D-2192-345C-EFA6A39D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50F8-3E33-6712-9785-15C44373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5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B5CC-2A27-7255-082C-83C716C6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82937-1848-CBCA-E0EB-C4AC6753F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E42FF-B70A-9B42-B0DD-5887541F8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58FCB-10CD-0E64-6686-9763ACE6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EC9F-C0A7-E684-FE0B-FA1015D9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CE400-99C6-22E9-222D-1FBF8C6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1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41C1-70AC-05DA-95F6-52AF0F7F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19661-B4AB-92F8-15A7-299A753D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45663-1410-0AF7-D632-C1C7A2B33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A34C7-C35C-6226-4709-306B06696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22D2F-65D4-1F35-8B4E-AA1401B92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CF0B48-6A60-8288-76D2-E4DA3D6C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78A6A-1C97-DC69-FCCC-EA583F1D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244B0-25A4-13DC-EE93-B3FFCC92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7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9FE8-2476-3B43-2B57-32DBC3D0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04F2A-9A5C-9E08-8869-A83C45C0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D192C-EF7A-36AA-D1C8-DEE5420A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A89B7-F067-81D4-4DF3-21796693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2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CD0F3-5BA7-AA8A-1DD2-A99C1EFC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77F71-58DA-C152-2739-A3BE99AC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9AF6E-8749-3199-08B2-E0713818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D2A9-9F36-7E99-48AF-271ABB78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BEA55-4334-4B82-279C-CDAA733F0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CBE53-DC7B-E3C4-5AE2-D7DDA9481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031F2-5EBC-E84D-42DF-000FA75A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F08D6-6391-88E3-6822-36385E2D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250D3-869C-4620-A3B8-A6BAC4B6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7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2B41-9F5B-FE1A-28D7-8530FCA8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0B22B-4A32-14FB-1179-EF9D5F32D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D444A-D676-537E-1FA0-3EBACFC9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79247-913B-77E0-3D01-F840FC76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8ECC2-0AAC-1DA9-B77A-B57DEF8C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587BF-8D58-BB61-D67C-53FB979C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6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59D3-0F93-E4AE-83A4-6D2C843B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29909-CE55-2CD7-F3D9-5481D68E3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83C9-618B-48EE-3FB2-84A3006D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92C1-DA7F-5D67-2120-BC1BBE48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2B427-3726-583E-2118-13CCBE78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71883C-2649-F44A-6852-0C3057087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CC650-BCDE-321B-203B-6DA4C1BA2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7C6D-464D-86EE-E18D-30824ADB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BF44-CE46-7620-156B-F032106F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E0213-0C35-D6BC-8BA8-CDE9952C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6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A68AD-7EF3-BED3-2AEE-18C9578D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79B2C-D8E1-A3BE-02CE-25FF0E9D4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3084-225A-903F-2185-2D19F50EF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B818E-91C5-4560-83A6-9DBBCFF615B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0169F-7B58-774B-428A-7616D9E0C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8BBA-AFF1-3D49-A9B4-0B051BE2D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CE012-4583-426E-9A92-E30DECACB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8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0FD7-9E06-AB02-3133-9B4356E9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b05 - a clustered column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9EB0264-34C1-014B-459E-56C9F4030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57740"/>
              </p:ext>
            </p:extLst>
          </p:nvPr>
        </p:nvGraphicFramePr>
        <p:xfrm>
          <a:off x="1016000" y="1778000"/>
          <a:ext cx="1016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773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1BCB-3AF4-EEB2-F74F-DF5CF261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b05 - a combo, so c:plotArea holds two chart groups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B80D694-1131-08AD-175B-62D0C76BD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685919"/>
              </p:ext>
            </p:extLst>
          </p:nvPr>
        </p:nvGraphicFramePr>
        <p:xfrm>
          <a:off x="1016000" y="1778000"/>
          <a:ext cx="1016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119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b05 - a clustered column chart</vt:lpstr>
      <vt:lpstr>b05 - a combo, so c:plotArea holds two chart groups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2026-08-28T10:41:28Z</dcterms:created>
  <dcterms:modified xsi:type="dcterms:W3CDTF">2026-08-28T10:41:28Z</dcterms:modified>
</cp:coreProperties>
</file>