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1318-059A-C185-3DD0-4897BA08C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0DB9B-EC97-7FDE-AD79-9D27A877A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8DB7E-D579-46BA-5F54-659510D4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B39BD-F424-37DC-E794-732BAE8D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F4022-0636-61FF-3623-988E4E16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15AD-07C7-A218-6C2F-610BDF4E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BCCE-C6D6-3FDD-D6E3-66FF8976F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FBAB-17B9-2C0A-B34C-64BFA04D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54EA5-1174-413F-9E66-8B6D874D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D44A4-1F39-B558-409D-2E265924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4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C50B-9EFA-62D8-86A4-6E9412BC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2F512-6037-0845-0F2A-B0FE1EA0E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6B1E-FD1A-A540-BFB7-CB168776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DD037-FC81-B519-9D2A-CCB47B9D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FBD3-B31F-A50A-E5C2-270306E7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8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DC7D-281F-40AC-78AC-3082960F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782F-2CB7-37DD-CA2C-DC9126C5A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256EC-F9BB-26D4-1699-EB1A33884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86FEE-FDF9-4D5B-63CE-982B40BE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10DA4-B0B2-E69C-C902-90A9AD04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BFBA6-E0AE-37D3-998C-03C2EC55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7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660C-A3AC-E3F3-2BC5-E396E3F4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70F79-F992-2A48-C165-3CC9AB87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965BB-A5D0-D068-C877-0BE647009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BF6ED-08BE-3FDA-F77F-2CB94AEC3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2A5CD-8885-966C-3F8A-43BDF323C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1781D-9F1F-B2B2-7CB9-FCBA8226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8138C-6967-4B97-CA3D-10331F0C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AF83F-3899-CB77-A6F2-8529F083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8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9EB8-6188-5AC9-1D1A-E5493C56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4206D-D210-0696-5704-0C54C48B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5CED3-2AC1-B877-1DB3-955D238B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68275-B707-E81D-F4F7-642930FC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6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C6307-F512-1766-D8D3-90A9F791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20D1D-4EF2-EB5B-624B-D22739D7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85C9-43B2-9B5D-7AA5-B4495EA2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5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509A-CEA1-1142-2C1D-3939088C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61398-D63A-36D8-F76D-5BE5F9859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48605-70C8-60CC-BDA5-262549A76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16238-EC8A-FECB-93CA-0A72E332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E75C7-F6DD-BC3D-266A-9EBD01E4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0491E-8AA6-5BA6-F1DB-5B7332B2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424F-49B6-6AD1-D43D-E05742D9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9C78A-5B2E-D654-616A-C3B72B439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66A01-462F-8236-7E9B-E86423145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7EBD-BE83-EC06-9A88-97CD8A24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F5A98-EB36-038D-D8DA-7837A543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2BEE4-51ED-676F-9FDC-DEE13DE0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5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FB2B-899E-0B9D-A42F-72FA1766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3BC1B-2B61-30EB-D091-774FAA58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2747-0F1D-2299-57E1-935F734A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06CFA-BFB8-E323-D84C-DEF839B7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DCD89-1074-BC6C-D82A-3C8740BB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0B7D4-726A-6DA6-3D84-D0864128E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D0734-B9C5-BF10-265C-B6489FE6C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DFB3-BD8C-5007-2BFE-6DD02519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3F08A-AE39-4631-D57C-5D7184BC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0A8D-7F7F-C9F0-7243-7632A718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1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178B6-6318-4CDB-6036-83575180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EAE81-0E20-718A-E14B-1BB1FE9C1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28518-7CD7-2F22-2128-1A3686DFD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19078-8196-4F69-B8BF-79C7718F17A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995C6-9E26-5043-91CB-19CA47653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EE7B-E660-B19E-BE84-BC2FF3033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57A9D-E43A-47DF-BDA1-E58233C21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DCF5-0211-7947-90B9-EE8CA33F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b04 - a built-in table style, and merged cells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159AE5-1D4E-453D-BA70-EA20C4FF2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39902"/>
              </p:ext>
            </p:extLst>
          </p:nvPr>
        </p:nvGraphicFramePr>
        <p:xfrm>
          <a:off x="762000" y="1778000"/>
          <a:ext cx="10668000" cy="3810000"/>
        </p:xfrm>
        <a:graphic>
          <a:graphicData uri="http://schemas.openxmlformats.org/drawingml/2006/table">
            <a:tbl>
              <a:tblPr firstRow="1" firstCol="1" la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072579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48875466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9198706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86894062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03497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32637"/>
                  </a:ext>
                </a:extLst>
              </a:tr>
              <a:tr h="952500">
                <a:tc rowSpan="2"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42963"/>
                  </a:ext>
                </a:extLst>
              </a:tr>
              <a:tr h="952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847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0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b04 - a built-in table style, and merged cells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2026-08-28T10:41:23Z</dcterms:created>
  <dcterms:modified xsi:type="dcterms:W3CDTF">2026-08-28T10:41:23Z</dcterms:modified>
</cp:coreProperties>
</file>